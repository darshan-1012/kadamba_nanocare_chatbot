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C80A9-1D02-4421-9481-C21CE7CEF763}" v="261" dt="2026-04-13T05:39:37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2132" y="-226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IT S" userId="cf0c330d250bc9fb" providerId="LiveId" clId="{98C316B6-8115-43A5-8F19-18013199C6A7}"/>
    <pc:docChg chg="undo custSel addSld modSld">
      <pc:chgData name="LALIT S" userId="cf0c330d250bc9fb" providerId="LiveId" clId="{98C316B6-8115-43A5-8F19-18013199C6A7}" dt="2026-04-13T05:41:02.265" v="1250" actId="1076"/>
      <pc:docMkLst>
        <pc:docMk/>
      </pc:docMkLst>
      <pc:sldChg chg="addSp delSp modSp mod">
        <pc:chgData name="LALIT S" userId="cf0c330d250bc9fb" providerId="LiveId" clId="{98C316B6-8115-43A5-8F19-18013199C6A7}" dt="2026-04-13T05:41:02.265" v="1250" actId="1076"/>
        <pc:sldMkLst>
          <pc:docMk/>
          <pc:sldMk cId="3821014860" sldId="256"/>
        </pc:sldMkLst>
        <pc:spChg chg="add mod">
          <ac:chgData name="LALIT S" userId="cf0c330d250bc9fb" providerId="LiveId" clId="{98C316B6-8115-43A5-8F19-18013199C6A7}" dt="2026-04-13T05:29:21.373" v="906" actId="1076"/>
          <ac:spMkLst>
            <pc:docMk/>
            <pc:sldMk cId="3821014860" sldId="256"/>
            <ac:spMk id="2" creationId="{23BA6126-325A-9F57-F7B4-D67844FE4993}"/>
          </ac:spMkLst>
        </pc:spChg>
        <pc:spChg chg="add mod">
          <ac:chgData name="LALIT S" userId="cf0c330d250bc9fb" providerId="LiveId" clId="{98C316B6-8115-43A5-8F19-18013199C6A7}" dt="2026-04-10T04:25:32.145" v="79" actId="1076"/>
          <ac:spMkLst>
            <pc:docMk/>
            <pc:sldMk cId="3821014860" sldId="256"/>
            <ac:spMk id="3" creationId="{65332365-897F-F4C0-BF66-91E2B0CCD813}"/>
          </ac:spMkLst>
        </pc:spChg>
        <pc:spChg chg="add mod">
          <ac:chgData name="LALIT S" userId="cf0c330d250bc9fb" providerId="LiveId" clId="{98C316B6-8115-43A5-8F19-18013199C6A7}" dt="2026-04-10T04:24:44.318" v="76" actId="14100"/>
          <ac:spMkLst>
            <pc:docMk/>
            <pc:sldMk cId="3821014860" sldId="256"/>
            <ac:spMk id="4" creationId="{BD574F8F-1A14-DEE6-E505-28517E2DECE6}"/>
          </ac:spMkLst>
        </pc:spChg>
        <pc:spChg chg="add mod">
          <ac:chgData name="LALIT S" userId="cf0c330d250bc9fb" providerId="LiveId" clId="{98C316B6-8115-43A5-8F19-18013199C6A7}" dt="2026-04-10T04:24:04.704" v="66" actId="1076"/>
          <ac:spMkLst>
            <pc:docMk/>
            <pc:sldMk cId="3821014860" sldId="256"/>
            <ac:spMk id="8" creationId="{D2573C3D-D52C-A91E-1F19-5D6AB6C4815A}"/>
          </ac:spMkLst>
        </pc:spChg>
        <pc:spChg chg="add mod">
          <ac:chgData name="LALIT S" userId="cf0c330d250bc9fb" providerId="LiveId" clId="{98C316B6-8115-43A5-8F19-18013199C6A7}" dt="2026-04-10T04:23:55.583" v="65" actId="1076"/>
          <ac:spMkLst>
            <pc:docMk/>
            <pc:sldMk cId="3821014860" sldId="256"/>
            <ac:spMk id="9" creationId="{B9097BFD-FD0D-D9E7-EB6B-A668F9DD47C6}"/>
          </ac:spMkLst>
        </pc:spChg>
        <pc:spChg chg="add mod">
          <ac:chgData name="LALIT S" userId="cf0c330d250bc9fb" providerId="LiveId" clId="{98C316B6-8115-43A5-8F19-18013199C6A7}" dt="2026-04-10T04:19:51.439" v="60" actId="14100"/>
          <ac:spMkLst>
            <pc:docMk/>
            <pc:sldMk cId="3821014860" sldId="256"/>
            <ac:spMk id="10" creationId="{A1CBC661-348D-2396-334D-5E37094AF556}"/>
          </ac:spMkLst>
        </pc:spChg>
        <pc:spChg chg="add mod">
          <ac:chgData name="LALIT S" userId="cf0c330d250bc9fb" providerId="LiveId" clId="{98C316B6-8115-43A5-8F19-18013199C6A7}" dt="2026-04-10T07:55:07.899" v="546" actId="1076"/>
          <ac:spMkLst>
            <pc:docMk/>
            <pc:sldMk cId="3821014860" sldId="256"/>
            <ac:spMk id="11" creationId="{3652FC8E-014D-80AA-370F-D49A6E38B468}"/>
          </ac:spMkLst>
        </pc:spChg>
        <pc:spChg chg="add mod">
          <ac:chgData name="LALIT S" userId="cf0c330d250bc9fb" providerId="LiveId" clId="{98C316B6-8115-43A5-8F19-18013199C6A7}" dt="2026-04-10T07:55:11.484" v="547" actId="1076"/>
          <ac:spMkLst>
            <pc:docMk/>
            <pc:sldMk cId="3821014860" sldId="256"/>
            <ac:spMk id="12" creationId="{4783B721-CCD4-98F2-CD9D-4EA8CACAD6DB}"/>
          </ac:spMkLst>
        </pc:spChg>
        <pc:spChg chg="add mod">
          <ac:chgData name="LALIT S" userId="cf0c330d250bc9fb" providerId="LiveId" clId="{98C316B6-8115-43A5-8F19-18013199C6A7}" dt="2026-04-13T05:30:25.310" v="979" actId="1076"/>
          <ac:spMkLst>
            <pc:docMk/>
            <pc:sldMk cId="3821014860" sldId="256"/>
            <ac:spMk id="13" creationId="{846C87A9-8BF1-F426-B4D8-A153D5BE41EF}"/>
          </ac:spMkLst>
        </pc:spChg>
        <pc:spChg chg="add mod">
          <ac:chgData name="LALIT S" userId="cf0c330d250bc9fb" providerId="LiveId" clId="{98C316B6-8115-43A5-8F19-18013199C6A7}" dt="2026-04-13T05:30:18.004" v="971" actId="20577"/>
          <ac:spMkLst>
            <pc:docMk/>
            <pc:sldMk cId="3821014860" sldId="256"/>
            <ac:spMk id="14" creationId="{E3694C17-4540-FE59-15E5-86D2BD61BDC2}"/>
          </ac:spMkLst>
        </pc:spChg>
        <pc:spChg chg="add mod">
          <ac:chgData name="LALIT S" userId="cf0c330d250bc9fb" providerId="LiveId" clId="{98C316B6-8115-43A5-8F19-18013199C6A7}" dt="2026-04-13T05:32:35.820" v="1018" actId="1076"/>
          <ac:spMkLst>
            <pc:docMk/>
            <pc:sldMk cId="3821014860" sldId="256"/>
            <ac:spMk id="16" creationId="{7C8C2B10-9561-42DE-0DEA-09344F62FB04}"/>
          </ac:spMkLst>
        </pc:spChg>
        <pc:spChg chg="add mod">
          <ac:chgData name="LALIT S" userId="cf0c330d250bc9fb" providerId="LiveId" clId="{98C316B6-8115-43A5-8F19-18013199C6A7}" dt="2026-04-13T05:33:04.721" v="1054" actId="1076"/>
          <ac:spMkLst>
            <pc:docMk/>
            <pc:sldMk cId="3821014860" sldId="256"/>
            <ac:spMk id="18" creationId="{73139990-0D93-96C8-DC49-4F943F75952D}"/>
          </ac:spMkLst>
        </pc:spChg>
        <pc:spChg chg="add del mod">
          <ac:chgData name="LALIT S" userId="cf0c330d250bc9fb" providerId="LiveId" clId="{98C316B6-8115-43A5-8F19-18013199C6A7}" dt="2026-04-13T05:33:50.838" v="1074"/>
          <ac:spMkLst>
            <pc:docMk/>
            <pc:sldMk cId="3821014860" sldId="256"/>
            <ac:spMk id="20" creationId="{084EB4B0-104B-41A7-3C87-44A951A14AA5}"/>
          </ac:spMkLst>
        </pc:spChg>
        <pc:spChg chg="add mod">
          <ac:chgData name="LALIT S" userId="cf0c330d250bc9fb" providerId="LiveId" clId="{98C316B6-8115-43A5-8F19-18013199C6A7}" dt="2026-04-13T05:41:02.265" v="1250" actId="1076"/>
          <ac:spMkLst>
            <pc:docMk/>
            <pc:sldMk cId="3821014860" sldId="256"/>
            <ac:spMk id="21" creationId="{5E4CE70F-C42F-1D4A-B01F-55F6243F65B0}"/>
          </ac:spMkLst>
        </pc:spChg>
        <pc:spChg chg="add mod">
          <ac:chgData name="LALIT S" userId="cf0c330d250bc9fb" providerId="LiveId" clId="{98C316B6-8115-43A5-8F19-18013199C6A7}" dt="2026-04-13T05:36:17.985" v="1157" actId="1076"/>
          <ac:spMkLst>
            <pc:docMk/>
            <pc:sldMk cId="3821014860" sldId="256"/>
            <ac:spMk id="25" creationId="{7FF774B9-1109-6DA6-A311-7656FAE8B440}"/>
          </ac:spMkLst>
        </pc:spChg>
        <pc:spChg chg="add mod">
          <ac:chgData name="LALIT S" userId="cf0c330d250bc9fb" providerId="LiveId" clId="{98C316B6-8115-43A5-8F19-18013199C6A7}" dt="2026-04-13T05:40:39.750" v="1249" actId="1076"/>
          <ac:spMkLst>
            <pc:docMk/>
            <pc:sldMk cId="3821014860" sldId="256"/>
            <ac:spMk id="29" creationId="{AC6E83D3-7F85-CBFA-7375-B06384FADD46}"/>
          </ac:spMkLst>
        </pc:spChg>
        <pc:spChg chg="add mod ord">
          <ac:chgData name="LALIT S" userId="cf0c330d250bc9fb" providerId="LiveId" clId="{98C316B6-8115-43A5-8F19-18013199C6A7}" dt="2026-04-10T07:35:35.168" v="360" actId="14100"/>
          <ac:spMkLst>
            <pc:docMk/>
            <pc:sldMk cId="3821014860" sldId="256"/>
            <ac:spMk id="30" creationId="{AF4E53EA-5B61-497A-1AC0-F810C6F6F65E}"/>
          </ac:spMkLst>
        </pc:spChg>
        <pc:spChg chg="add mod">
          <ac:chgData name="LALIT S" userId="cf0c330d250bc9fb" providerId="LiveId" clId="{98C316B6-8115-43A5-8F19-18013199C6A7}" dt="2026-04-10T07:35:40.016" v="361" actId="14100"/>
          <ac:spMkLst>
            <pc:docMk/>
            <pc:sldMk cId="3821014860" sldId="256"/>
            <ac:spMk id="31" creationId="{34756582-E895-D364-F3E1-2B2D2C9A6278}"/>
          </ac:spMkLst>
        </pc:spChg>
        <pc:spChg chg="add mod">
          <ac:chgData name="LALIT S" userId="cf0c330d250bc9fb" providerId="LiveId" clId="{98C316B6-8115-43A5-8F19-18013199C6A7}" dt="2026-04-10T07:41:58.530" v="431" actId="1076"/>
          <ac:spMkLst>
            <pc:docMk/>
            <pc:sldMk cId="3821014860" sldId="256"/>
            <ac:spMk id="32" creationId="{241E86CA-D260-2193-0957-250703108030}"/>
          </ac:spMkLst>
        </pc:spChg>
        <pc:spChg chg="add mod">
          <ac:chgData name="LALIT S" userId="cf0c330d250bc9fb" providerId="LiveId" clId="{98C316B6-8115-43A5-8F19-18013199C6A7}" dt="2026-04-10T07:37:34.819" v="388" actId="1076"/>
          <ac:spMkLst>
            <pc:docMk/>
            <pc:sldMk cId="3821014860" sldId="256"/>
            <ac:spMk id="33" creationId="{4082F1A1-610B-B30D-DF3E-7B079F9C2309}"/>
          </ac:spMkLst>
        </pc:spChg>
        <pc:spChg chg="add mod">
          <ac:chgData name="LALIT S" userId="cf0c330d250bc9fb" providerId="LiveId" clId="{98C316B6-8115-43A5-8F19-18013199C6A7}" dt="2026-04-13T05:39:09.331" v="1213" actId="20577"/>
          <ac:spMkLst>
            <pc:docMk/>
            <pc:sldMk cId="3821014860" sldId="256"/>
            <ac:spMk id="34" creationId="{F891C33E-A677-DC9A-5DFD-04B245411065}"/>
          </ac:spMkLst>
        </pc:spChg>
        <pc:spChg chg="add mod">
          <ac:chgData name="LALIT S" userId="cf0c330d250bc9fb" providerId="LiveId" clId="{98C316B6-8115-43A5-8F19-18013199C6A7}" dt="2026-04-13T05:40:11.418" v="1247" actId="1076"/>
          <ac:spMkLst>
            <pc:docMk/>
            <pc:sldMk cId="3821014860" sldId="256"/>
            <ac:spMk id="35" creationId="{798696E7-9A3F-3EB4-6DC1-B51D1F3D2690}"/>
          </ac:spMkLst>
        </pc:spChg>
        <pc:spChg chg="mod">
          <ac:chgData name="LALIT S" userId="cf0c330d250bc9fb" providerId="LiveId" clId="{98C316B6-8115-43A5-8F19-18013199C6A7}" dt="2026-04-10T04:15:27.975" v="32" actId="14100"/>
          <ac:spMkLst>
            <pc:docMk/>
            <pc:sldMk cId="3821014860" sldId="256"/>
            <ac:spMk id="61" creationId="{BE95139B-92C6-86AD-216D-F3CF9C219BBE}"/>
          </ac:spMkLst>
        </pc:spChg>
        <pc:spChg chg="mod">
          <ac:chgData name="LALIT S" userId="cf0c330d250bc9fb" providerId="LiveId" clId="{98C316B6-8115-43A5-8F19-18013199C6A7}" dt="2026-04-10T04:20:18.344" v="64" actId="1076"/>
          <ac:spMkLst>
            <pc:docMk/>
            <pc:sldMk cId="3821014860" sldId="256"/>
            <ac:spMk id="66" creationId="{9BD4B83B-0ABE-C4F1-AFA8-36154293254E}"/>
          </ac:spMkLst>
        </pc:spChg>
        <pc:spChg chg="mod">
          <ac:chgData name="LALIT S" userId="cf0c330d250bc9fb" providerId="LiveId" clId="{98C316B6-8115-43A5-8F19-18013199C6A7}" dt="2026-04-10T04:20:10.163" v="63" actId="1076"/>
          <ac:spMkLst>
            <pc:docMk/>
            <pc:sldMk cId="3821014860" sldId="256"/>
            <ac:spMk id="68" creationId="{2C9284BD-B5F3-DADF-1ECC-EDE98D7ADFAE}"/>
          </ac:spMkLst>
        </pc:spChg>
        <pc:spChg chg="mod">
          <ac:chgData name="LALIT S" userId="cf0c330d250bc9fb" providerId="LiveId" clId="{98C316B6-8115-43A5-8F19-18013199C6A7}" dt="2026-04-10T04:19:57.372" v="61" actId="1076"/>
          <ac:spMkLst>
            <pc:docMk/>
            <pc:sldMk cId="3821014860" sldId="256"/>
            <ac:spMk id="71" creationId="{EC232311-0DED-B32B-CF23-615AFF477152}"/>
          </ac:spMkLst>
        </pc:spChg>
        <pc:spChg chg="mod">
          <ac:chgData name="LALIT S" userId="cf0c330d250bc9fb" providerId="LiveId" clId="{98C316B6-8115-43A5-8F19-18013199C6A7}" dt="2026-04-10T04:19:25.592" v="55" actId="1076"/>
          <ac:spMkLst>
            <pc:docMk/>
            <pc:sldMk cId="3821014860" sldId="256"/>
            <ac:spMk id="73" creationId="{D0D639DB-763B-3D4D-C5F3-4FB5AEFB94AA}"/>
          </ac:spMkLst>
        </pc:spChg>
        <pc:spChg chg="mod">
          <ac:chgData name="LALIT S" userId="cf0c330d250bc9fb" providerId="LiveId" clId="{98C316B6-8115-43A5-8F19-18013199C6A7}" dt="2026-04-10T04:24:20.949" v="70" actId="1076"/>
          <ac:spMkLst>
            <pc:docMk/>
            <pc:sldMk cId="3821014860" sldId="256"/>
            <ac:spMk id="75" creationId="{76E10FE0-CBD5-EED7-D0B1-9AAF5F5FA0A0}"/>
          </ac:spMkLst>
        </pc:spChg>
        <pc:spChg chg="add mod ord">
          <ac:chgData name="LALIT S" userId="cf0c330d250bc9fb" providerId="LiveId" clId="{98C316B6-8115-43A5-8F19-18013199C6A7}" dt="2026-04-10T07:41:13.967" v="428" actId="1076"/>
          <ac:spMkLst>
            <pc:docMk/>
            <pc:sldMk cId="3821014860" sldId="256"/>
            <ac:spMk id="76" creationId="{756D7033-D169-1464-6528-59A5AB57909A}"/>
          </ac:spMkLst>
        </pc:spChg>
        <pc:spChg chg="mod">
          <ac:chgData name="LALIT S" userId="cf0c330d250bc9fb" providerId="LiveId" clId="{98C316B6-8115-43A5-8F19-18013199C6A7}" dt="2026-04-10T04:24:16.535" v="69" actId="1076"/>
          <ac:spMkLst>
            <pc:docMk/>
            <pc:sldMk cId="3821014860" sldId="256"/>
            <ac:spMk id="77" creationId="{46CDBEEE-FA0D-5BF7-A4F3-ED4CFBF73D47}"/>
          </ac:spMkLst>
        </pc:spChg>
        <pc:spChg chg="add mod">
          <ac:chgData name="LALIT S" userId="cf0c330d250bc9fb" providerId="LiveId" clId="{98C316B6-8115-43A5-8F19-18013199C6A7}" dt="2026-04-10T07:41:13.967" v="428" actId="1076"/>
          <ac:spMkLst>
            <pc:docMk/>
            <pc:sldMk cId="3821014860" sldId="256"/>
            <ac:spMk id="78" creationId="{2B2FD2FE-4057-FA43-F609-A167078F7B80}"/>
          </ac:spMkLst>
        </pc:spChg>
        <pc:spChg chg="mod">
          <ac:chgData name="LALIT S" userId="cf0c330d250bc9fb" providerId="LiveId" clId="{98C316B6-8115-43A5-8F19-18013199C6A7}" dt="2026-04-10T04:24:48.411" v="77" actId="1076"/>
          <ac:spMkLst>
            <pc:docMk/>
            <pc:sldMk cId="3821014860" sldId="256"/>
            <ac:spMk id="79" creationId="{4EA1925E-21B3-ECF6-508A-783B05956BAB}"/>
          </ac:spMkLst>
        </pc:spChg>
        <pc:spChg chg="add mod">
          <ac:chgData name="LALIT S" userId="cf0c330d250bc9fb" providerId="LiveId" clId="{98C316B6-8115-43A5-8F19-18013199C6A7}" dt="2026-04-10T07:42:03.435" v="432" actId="1076"/>
          <ac:spMkLst>
            <pc:docMk/>
            <pc:sldMk cId="3821014860" sldId="256"/>
            <ac:spMk id="80" creationId="{EC1472AF-3286-53A7-8592-FCD8961FD9CA}"/>
          </ac:spMkLst>
        </pc:spChg>
        <pc:spChg chg="mod">
          <ac:chgData name="LALIT S" userId="cf0c330d250bc9fb" providerId="LiveId" clId="{98C316B6-8115-43A5-8F19-18013199C6A7}" dt="2026-04-10T04:25:34.849" v="80" actId="1076"/>
          <ac:spMkLst>
            <pc:docMk/>
            <pc:sldMk cId="3821014860" sldId="256"/>
            <ac:spMk id="81" creationId="{D6B9CA40-281A-5CCF-211C-6F26C61C321C}"/>
          </ac:spMkLst>
        </pc:spChg>
        <pc:spChg chg="mod">
          <ac:chgData name="LALIT S" userId="cf0c330d250bc9fb" providerId="LiveId" clId="{98C316B6-8115-43A5-8F19-18013199C6A7}" dt="2026-04-10T04:16:12.521" v="34" actId="1076"/>
          <ac:spMkLst>
            <pc:docMk/>
            <pc:sldMk cId="3821014860" sldId="256"/>
            <ac:spMk id="83" creationId="{E933F785-F41A-9CE2-7985-77328C1578AD}"/>
          </ac:spMkLst>
        </pc:spChg>
        <pc:spChg chg="add mod">
          <ac:chgData name="LALIT S" userId="cf0c330d250bc9fb" providerId="LiveId" clId="{98C316B6-8115-43A5-8F19-18013199C6A7}" dt="2026-04-10T04:20:02.161" v="62" actId="1076"/>
          <ac:spMkLst>
            <pc:docMk/>
            <pc:sldMk cId="3821014860" sldId="256"/>
            <ac:spMk id="84" creationId="{349FBBE5-84F1-779E-94E3-4F50491BAE21}"/>
          </ac:spMkLst>
        </pc:spChg>
        <pc:spChg chg="add mod">
          <ac:chgData name="LALIT S" userId="cf0c330d250bc9fb" providerId="LiveId" clId="{98C316B6-8115-43A5-8F19-18013199C6A7}" dt="2026-04-10T04:16:34.222" v="36" actId="1076"/>
          <ac:spMkLst>
            <pc:docMk/>
            <pc:sldMk cId="3821014860" sldId="256"/>
            <ac:spMk id="85" creationId="{F9942CC5-AD5B-4DAC-FEE7-433112CA3CC0}"/>
          </ac:spMkLst>
        </pc:spChg>
        <pc:spChg chg="add mod">
          <ac:chgData name="LALIT S" userId="cf0c330d250bc9fb" providerId="LiveId" clId="{98C316B6-8115-43A5-8F19-18013199C6A7}" dt="2026-04-10T07:41:54.689" v="430" actId="1076"/>
          <ac:spMkLst>
            <pc:docMk/>
            <pc:sldMk cId="3821014860" sldId="256"/>
            <ac:spMk id="86" creationId="{117BC50F-E701-F30B-4BEA-E3F01D8501DA}"/>
          </ac:spMkLst>
        </pc:spChg>
        <pc:spChg chg="add mod ord">
          <ac:chgData name="LALIT S" userId="cf0c330d250bc9fb" providerId="LiveId" clId="{98C316B6-8115-43A5-8F19-18013199C6A7}" dt="2026-04-10T07:42:13.530" v="433" actId="1076"/>
          <ac:spMkLst>
            <pc:docMk/>
            <pc:sldMk cId="3821014860" sldId="256"/>
            <ac:spMk id="87" creationId="{98DB12FD-BF1E-985A-7714-604F90B41EAC}"/>
          </ac:spMkLst>
        </pc:spChg>
        <pc:spChg chg="add mod">
          <ac:chgData name="LALIT S" userId="cf0c330d250bc9fb" providerId="LiveId" clId="{98C316B6-8115-43A5-8F19-18013199C6A7}" dt="2026-04-10T07:42:13.530" v="433" actId="1076"/>
          <ac:spMkLst>
            <pc:docMk/>
            <pc:sldMk cId="3821014860" sldId="256"/>
            <ac:spMk id="88" creationId="{3A578CE2-196E-0D0A-B174-661E050D1467}"/>
          </ac:spMkLst>
        </pc:spChg>
        <pc:spChg chg="add mod">
          <ac:chgData name="LALIT S" userId="cf0c330d250bc9fb" providerId="LiveId" clId="{98C316B6-8115-43A5-8F19-18013199C6A7}" dt="2026-04-10T07:42:32.247" v="437" actId="1076"/>
          <ac:spMkLst>
            <pc:docMk/>
            <pc:sldMk cId="3821014860" sldId="256"/>
            <ac:spMk id="89" creationId="{B19901DC-1D9C-2D33-5731-F9024BC1E698}"/>
          </ac:spMkLst>
        </pc:spChg>
        <pc:spChg chg="add mod">
          <ac:chgData name="LALIT S" userId="cf0c330d250bc9fb" providerId="LiveId" clId="{98C316B6-8115-43A5-8F19-18013199C6A7}" dt="2026-04-10T07:42:27.619" v="436" actId="1076"/>
          <ac:spMkLst>
            <pc:docMk/>
            <pc:sldMk cId="3821014860" sldId="256"/>
            <ac:spMk id="90" creationId="{EDA65F41-9C42-98AE-C173-6B0726931869}"/>
          </ac:spMkLst>
        </pc:spChg>
        <pc:spChg chg="add mod ord">
          <ac:chgData name="LALIT S" userId="cf0c330d250bc9fb" providerId="LiveId" clId="{98C316B6-8115-43A5-8F19-18013199C6A7}" dt="2026-04-10T07:42:42.044" v="439" actId="1076"/>
          <ac:spMkLst>
            <pc:docMk/>
            <pc:sldMk cId="3821014860" sldId="256"/>
            <ac:spMk id="91" creationId="{5C6202F5-E700-91E6-276A-4D25EE6A95D5}"/>
          </ac:spMkLst>
        </pc:spChg>
        <pc:spChg chg="add mod">
          <ac:chgData name="LALIT S" userId="cf0c330d250bc9fb" providerId="LiveId" clId="{98C316B6-8115-43A5-8F19-18013199C6A7}" dt="2026-04-10T07:43:03.723" v="442" actId="1076"/>
          <ac:spMkLst>
            <pc:docMk/>
            <pc:sldMk cId="3821014860" sldId="256"/>
            <ac:spMk id="92" creationId="{9F612037-8E34-06DC-8B74-CBB44B776432}"/>
          </ac:spMkLst>
        </pc:spChg>
        <pc:spChg chg="add mod">
          <ac:chgData name="LALIT S" userId="cf0c330d250bc9fb" providerId="LiveId" clId="{98C316B6-8115-43A5-8F19-18013199C6A7}" dt="2026-04-10T07:43:33.347" v="448" actId="1076"/>
          <ac:spMkLst>
            <pc:docMk/>
            <pc:sldMk cId="3821014860" sldId="256"/>
            <ac:spMk id="93" creationId="{CD9907AF-986D-23F5-2675-15D076A31630}"/>
          </ac:spMkLst>
        </pc:spChg>
        <pc:spChg chg="add mod">
          <ac:chgData name="LALIT S" userId="cf0c330d250bc9fb" providerId="LiveId" clId="{98C316B6-8115-43A5-8F19-18013199C6A7}" dt="2026-04-10T07:43:30.236" v="447" actId="1076"/>
          <ac:spMkLst>
            <pc:docMk/>
            <pc:sldMk cId="3821014860" sldId="256"/>
            <ac:spMk id="94" creationId="{05C6C39A-7692-83EB-A7D8-AFB2F5B7B568}"/>
          </ac:spMkLst>
        </pc:spChg>
        <pc:spChg chg="add mod">
          <ac:chgData name="LALIT S" userId="cf0c330d250bc9fb" providerId="LiveId" clId="{98C316B6-8115-43A5-8F19-18013199C6A7}" dt="2026-04-10T07:44:02.645" v="454" actId="1076"/>
          <ac:spMkLst>
            <pc:docMk/>
            <pc:sldMk cId="3821014860" sldId="256"/>
            <ac:spMk id="95" creationId="{F0BA3F0D-9671-D8EF-0626-D5E69F8B3162}"/>
          </ac:spMkLst>
        </pc:spChg>
        <pc:spChg chg="add mod">
          <ac:chgData name="LALIT S" userId="cf0c330d250bc9fb" providerId="LiveId" clId="{98C316B6-8115-43A5-8F19-18013199C6A7}" dt="2026-04-10T07:44:13.125" v="456" actId="1076"/>
          <ac:spMkLst>
            <pc:docMk/>
            <pc:sldMk cId="3821014860" sldId="256"/>
            <ac:spMk id="96" creationId="{BB0BFF75-8AB9-A27D-6065-8F0FC67CB1C2}"/>
          </ac:spMkLst>
        </pc:spChg>
        <pc:spChg chg="add mod">
          <ac:chgData name="LALIT S" userId="cf0c330d250bc9fb" providerId="LiveId" clId="{98C316B6-8115-43A5-8F19-18013199C6A7}" dt="2026-04-10T07:44:56.517" v="465" actId="1076"/>
          <ac:spMkLst>
            <pc:docMk/>
            <pc:sldMk cId="3821014860" sldId="256"/>
            <ac:spMk id="97" creationId="{579A2995-B826-3A8F-1C80-90EBF9325C2A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98" creationId="{286AF258-849B-DD7F-DE59-ABA3BE1AA653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99" creationId="{071507DC-9A40-8BDA-8063-4A3A63744966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0" creationId="{A4857891-C564-26A0-91EF-850B821D48A8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2" creationId="{748B5A77-1B5F-0702-943D-472996113D29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3" creationId="{357F1026-03D7-F80E-93FC-04ECD3C4B6EC}"/>
          </ac:spMkLst>
        </pc:spChg>
        <pc:spChg chg="add mod">
          <ac:chgData name="LALIT S" userId="cf0c330d250bc9fb" providerId="LiveId" clId="{98C316B6-8115-43A5-8F19-18013199C6A7}" dt="2026-04-10T07:48:27.407" v="491" actId="1076"/>
          <ac:spMkLst>
            <pc:docMk/>
            <pc:sldMk cId="3821014860" sldId="256"/>
            <ac:spMk id="104" creationId="{B4DA25F4-4054-9A96-D805-4189617887B4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5" creationId="{C5536D6B-3825-405D-6083-B7E6C1B70F40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6" creationId="{75D6DB15-C4BA-6B36-FDD9-FBC1EF8F4C4E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07" creationId="{C9EE646C-3B22-6F95-E3CD-D54D18B5EE7D}"/>
          </ac:spMkLst>
        </pc:spChg>
        <pc:spChg chg="add del mod">
          <ac:chgData name="LALIT S" userId="cf0c330d250bc9fb" providerId="LiveId" clId="{98C316B6-8115-43A5-8F19-18013199C6A7}" dt="2026-04-13T04:45:16.609" v="669" actId="478"/>
          <ac:spMkLst>
            <pc:docMk/>
            <pc:sldMk cId="3821014860" sldId="256"/>
            <ac:spMk id="112" creationId="{20095D15-8756-25C3-1769-77E61D45A876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13" creationId="{8424B8B5-8015-5563-C0CD-E485B3632468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14" creationId="{1A5809AA-5ED3-7BE5-DAA7-6EBBD22036C4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15" creationId="{298F6D0E-E2F5-AB74-0898-834C6D041C95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16" creationId="{5D3F17B6-8F6D-4DBC-DEE1-F99594F4E6E2}"/>
          </ac:spMkLst>
        </pc:spChg>
        <pc:spChg chg="add mod">
          <ac:chgData name="LALIT S" userId="cf0c330d250bc9fb" providerId="LiveId" clId="{98C316B6-8115-43A5-8F19-18013199C6A7}" dt="2026-04-10T07:49:51.089" v="509" actId="1076"/>
          <ac:spMkLst>
            <pc:docMk/>
            <pc:sldMk cId="3821014860" sldId="256"/>
            <ac:spMk id="117" creationId="{D891DFB8-EB85-3484-3B62-011CAB47EE5C}"/>
          </ac:spMkLst>
        </pc:spChg>
        <pc:spChg chg="add mod">
          <ac:chgData name="LALIT S" userId="cf0c330d250bc9fb" providerId="LiveId" clId="{98C316B6-8115-43A5-8F19-18013199C6A7}" dt="2026-04-13T05:28:05.483" v="879" actId="1076"/>
          <ac:spMkLst>
            <pc:docMk/>
            <pc:sldMk cId="3821014860" sldId="256"/>
            <ac:spMk id="118" creationId="{014DC974-9F75-FEB6-526B-95303568688C}"/>
          </ac:spMkLst>
        </pc:spChg>
        <pc:spChg chg="add mod">
          <ac:chgData name="LALIT S" userId="cf0c330d250bc9fb" providerId="LiveId" clId="{98C316B6-8115-43A5-8F19-18013199C6A7}" dt="2026-04-10T07:49:58.516" v="511" actId="1076"/>
          <ac:spMkLst>
            <pc:docMk/>
            <pc:sldMk cId="3821014860" sldId="256"/>
            <ac:spMk id="119" creationId="{D86F0470-8C5A-AF24-195F-583DE8B4BF1D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24" creationId="{D54BABFA-E320-FAF6-1F32-B93F61DCC302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25" creationId="{6E001A08-7C9E-5746-969E-3F17AFFC57C9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26" creationId="{A1FC3FD5-BE6D-2D7F-C673-121408B2EC9C}"/>
          </ac:spMkLst>
        </pc:spChg>
        <pc:spChg chg="add mod">
          <ac:chgData name="LALIT S" userId="cf0c330d250bc9fb" providerId="LiveId" clId="{98C316B6-8115-43A5-8F19-18013199C6A7}" dt="2026-04-13T05:28:20.807" v="880" actId="1076"/>
          <ac:spMkLst>
            <pc:docMk/>
            <pc:sldMk cId="3821014860" sldId="256"/>
            <ac:spMk id="127" creationId="{B3C5C378-0E24-224B-5956-0246E34E8A7A}"/>
          </ac:spMkLst>
        </pc:spChg>
        <pc:spChg chg="add mod">
          <ac:chgData name="LALIT S" userId="cf0c330d250bc9fb" providerId="LiveId" clId="{98C316B6-8115-43A5-8F19-18013199C6A7}" dt="2026-04-13T05:28:35.843" v="882" actId="14100"/>
          <ac:spMkLst>
            <pc:docMk/>
            <pc:sldMk cId="3821014860" sldId="256"/>
            <ac:spMk id="1027" creationId="{3DADE62F-3E26-4A94-7F64-8334824B2B2F}"/>
          </ac:spMkLst>
        </pc:spChg>
        <pc:grpChg chg="mod">
          <ac:chgData name="LALIT S" userId="cf0c330d250bc9fb" providerId="LiveId" clId="{98C316B6-8115-43A5-8F19-18013199C6A7}" dt="2026-04-10T04:45:26.974" v="157" actId="1076"/>
          <ac:grpSpMkLst>
            <pc:docMk/>
            <pc:sldMk cId="3821014860" sldId="256"/>
            <ac:grpSpMk id="82" creationId="{D53D1D7F-7258-5104-AD51-BEF8A0DD7103}"/>
          </ac:grpSpMkLst>
        </pc:grpChg>
        <pc:picChg chg="add mod">
          <ac:chgData name="LALIT S" userId="cf0c330d250bc9fb" providerId="LiveId" clId="{98C316B6-8115-43A5-8F19-18013199C6A7}" dt="2026-04-10T07:35:30.443" v="359" actId="14100"/>
          <ac:picMkLst>
            <pc:docMk/>
            <pc:sldMk cId="3821014860" sldId="256"/>
            <ac:picMk id="1026" creationId="{2D1198DE-B9F5-5236-DAD8-8C3566455B29}"/>
          </ac:picMkLst>
        </pc:picChg>
        <pc:picChg chg="add mod">
          <ac:chgData name="LALIT S" userId="cf0c330d250bc9fb" providerId="LiveId" clId="{98C316B6-8115-43A5-8F19-18013199C6A7}" dt="2026-04-10T07:41:13.967" v="428" actId="1076"/>
          <ac:picMkLst>
            <pc:docMk/>
            <pc:sldMk cId="3821014860" sldId="256"/>
            <ac:picMk id="1028" creationId="{49645624-E16D-E61B-BB06-E6467064983E}"/>
          </ac:picMkLst>
        </pc:picChg>
        <pc:picChg chg="add mod">
          <ac:chgData name="LALIT S" userId="cf0c330d250bc9fb" providerId="LiveId" clId="{98C316B6-8115-43A5-8F19-18013199C6A7}" dt="2026-04-10T07:42:13.530" v="433" actId="1076"/>
          <ac:picMkLst>
            <pc:docMk/>
            <pc:sldMk cId="3821014860" sldId="256"/>
            <ac:picMk id="1030" creationId="{ED726A60-D3F4-0AB4-C497-E903EC7EA931}"/>
          </ac:picMkLst>
        </pc:picChg>
        <pc:picChg chg="add mod">
          <ac:chgData name="LALIT S" userId="cf0c330d250bc9fb" providerId="LiveId" clId="{98C316B6-8115-43A5-8F19-18013199C6A7}" dt="2026-04-10T07:58:05.232" v="548" actId="14861"/>
          <ac:picMkLst>
            <pc:docMk/>
            <pc:sldMk cId="3821014860" sldId="256"/>
            <ac:picMk id="1038" creationId="{489FC11B-4B05-04E8-A28B-33AB28DE1FA0}"/>
          </ac:picMkLst>
        </pc:picChg>
        <pc:picChg chg="add mod">
          <ac:chgData name="LALIT S" userId="cf0c330d250bc9fb" providerId="LiveId" clId="{98C316B6-8115-43A5-8F19-18013199C6A7}" dt="2026-04-10T07:58:10.185" v="549" actId="14861"/>
          <ac:picMkLst>
            <pc:docMk/>
            <pc:sldMk cId="3821014860" sldId="256"/>
            <ac:picMk id="1040" creationId="{BDC44016-AFF4-5868-75FA-925F57144A4D}"/>
          </ac:picMkLst>
        </pc:picChg>
        <pc:picChg chg="add del mod">
          <ac:chgData name="LALIT S" userId="cf0c330d250bc9fb" providerId="LiveId" clId="{98C316B6-8115-43A5-8F19-18013199C6A7}" dt="2026-04-10T09:48:15.974" v="667" actId="1076"/>
          <ac:picMkLst>
            <pc:docMk/>
            <pc:sldMk cId="3821014860" sldId="256"/>
            <ac:picMk id="1042" creationId="{AAB07723-CFC7-7C89-00B8-50202F13C279}"/>
          </ac:picMkLst>
        </pc:picChg>
        <pc:picChg chg="add del mod">
          <ac:chgData name="LALIT S" userId="cf0c330d250bc9fb" providerId="LiveId" clId="{98C316B6-8115-43A5-8F19-18013199C6A7}" dt="2026-04-13T04:45:14.903" v="668" actId="478"/>
          <ac:picMkLst>
            <pc:docMk/>
            <pc:sldMk cId="3821014860" sldId="256"/>
            <ac:picMk id="1050" creationId="{3AE4199B-2E50-CEB6-147D-FFD71B1A883F}"/>
          </ac:picMkLst>
        </pc:picChg>
        <pc:cxnChg chg="add mod">
          <ac:chgData name="LALIT S" userId="cf0c330d250bc9fb" providerId="LiveId" clId="{98C316B6-8115-43A5-8F19-18013199C6A7}" dt="2026-04-10T04:48:43.054" v="159" actId="1076"/>
          <ac:cxnSpMkLst>
            <pc:docMk/>
            <pc:sldMk cId="3821014860" sldId="256"/>
            <ac:cxnSpMk id="15" creationId="{585057D5-54B7-2F71-1321-658311F6E36D}"/>
          </ac:cxnSpMkLst>
        </pc:cxnChg>
        <pc:cxnChg chg="add mod">
          <ac:chgData name="LALIT S" userId="cf0c330d250bc9fb" providerId="LiveId" clId="{98C316B6-8115-43A5-8F19-18013199C6A7}" dt="2026-04-10T04:48:43.054" v="159" actId="1076"/>
          <ac:cxnSpMkLst>
            <pc:docMk/>
            <pc:sldMk cId="3821014860" sldId="256"/>
            <ac:cxnSpMk id="17" creationId="{BA4A3FD2-32D1-7F5E-BA1C-9F5B0B4A6ADC}"/>
          </ac:cxnSpMkLst>
        </pc:cxnChg>
        <pc:cxnChg chg="add mod">
          <ac:chgData name="LALIT S" userId="cf0c330d250bc9fb" providerId="LiveId" clId="{98C316B6-8115-43A5-8F19-18013199C6A7}" dt="2026-04-10T04:48:43.054" v="159" actId="1076"/>
          <ac:cxnSpMkLst>
            <pc:docMk/>
            <pc:sldMk cId="3821014860" sldId="256"/>
            <ac:cxnSpMk id="19" creationId="{2F8C3CCB-220D-3D1D-82D2-F920D9B93934}"/>
          </ac:cxnSpMkLst>
        </pc:cxnChg>
        <pc:cxnChg chg="add mod">
          <ac:chgData name="LALIT S" userId="cf0c330d250bc9fb" providerId="LiveId" clId="{98C316B6-8115-43A5-8F19-18013199C6A7}" dt="2026-04-10T04:48:43.054" v="159" actId="1076"/>
          <ac:cxnSpMkLst>
            <pc:docMk/>
            <pc:sldMk cId="3821014860" sldId="256"/>
            <ac:cxnSpMk id="24" creationId="{1CF700D6-3D58-D75D-E305-290D7924512C}"/>
          </ac:cxnSpMkLst>
        </pc:cxnChg>
        <pc:cxnChg chg="add mod">
          <ac:chgData name="LALIT S" userId="cf0c330d250bc9fb" providerId="LiveId" clId="{98C316B6-8115-43A5-8F19-18013199C6A7}" dt="2026-04-10T04:48:43.054" v="159" actId="1076"/>
          <ac:cxnSpMkLst>
            <pc:docMk/>
            <pc:sldMk cId="3821014860" sldId="256"/>
            <ac:cxnSpMk id="27" creationId="{2D401878-1643-F6AE-4545-375167F6210E}"/>
          </ac:cxnSpMkLst>
        </pc:cxnChg>
        <pc:cxnChg chg="add mod">
          <ac:chgData name="LALIT S" userId="cf0c330d250bc9fb" providerId="LiveId" clId="{98C316B6-8115-43A5-8F19-18013199C6A7}" dt="2026-04-10T07:54:59.270" v="545" actId="1076"/>
          <ac:cxnSpMkLst>
            <pc:docMk/>
            <pc:sldMk cId="3821014860" sldId="256"/>
            <ac:cxnSpMk id="37" creationId="{4D522F99-23FE-633E-E2C1-991B33128BBE}"/>
          </ac:cxnSpMkLst>
        </pc:cxnChg>
      </pc:sldChg>
      <pc:sldChg chg="addSp delSp modSp new mod">
        <pc:chgData name="LALIT S" userId="cf0c330d250bc9fb" providerId="LiveId" clId="{98C316B6-8115-43A5-8F19-18013199C6A7}" dt="2026-04-13T05:27:26.611" v="878" actId="1076"/>
        <pc:sldMkLst>
          <pc:docMk/>
          <pc:sldMk cId="3257011867" sldId="257"/>
        </pc:sldMkLst>
        <pc:spChg chg="add mod">
          <ac:chgData name="LALIT S" userId="cf0c330d250bc9fb" providerId="LiveId" clId="{98C316B6-8115-43A5-8F19-18013199C6A7}" dt="2026-04-13T04:45:39.062" v="671"/>
          <ac:spMkLst>
            <pc:docMk/>
            <pc:sldMk cId="3257011867" sldId="257"/>
            <ac:spMk id="3" creationId="{CE5A5FDF-6CC3-680F-D3A6-0F7641C7780B}"/>
          </ac:spMkLst>
        </pc:spChg>
        <pc:spChg chg="add mod">
          <ac:chgData name="LALIT S" userId="cf0c330d250bc9fb" providerId="LiveId" clId="{98C316B6-8115-43A5-8F19-18013199C6A7}" dt="2026-04-13T04:45:50.186" v="673" actId="1076"/>
          <ac:spMkLst>
            <pc:docMk/>
            <pc:sldMk cId="3257011867" sldId="257"/>
            <ac:spMk id="4" creationId="{82FF669D-F826-54E4-3231-DC4B22B2B408}"/>
          </ac:spMkLst>
        </pc:spChg>
        <pc:spChg chg="add mod">
          <ac:chgData name="LALIT S" userId="cf0c330d250bc9fb" providerId="LiveId" clId="{98C316B6-8115-43A5-8F19-18013199C6A7}" dt="2026-04-13T05:17:08.042" v="753" actId="1076"/>
          <ac:spMkLst>
            <pc:docMk/>
            <pc:sldMk cId="3257011867" sldId="257"/>
            <ac:spMk id="5" creationId="{32D1CEA9-FD34-FA40-6D8A-B857643586C2}"/>
          </ac:spMkLst>
        </pc:spChg>
        <pc:spChg chg="add mod">
          <ac:chgData name="LALIT S" userId="cf0c330d250bc9fb" providerId="LiveId" clId="{98C316B6-8115-43A5-8F19-18013199C6A7}" dt="2026-04-13T05:17:08.042" v="753" actId="1076"/>
          <ac:spMkLst>
            <pc:docMk/>
            <pc:sldMk cId="3257011867" sldId="257"/>
            <ac:spMk id="6" creationId="{44AE8D07-C3E7-24D3-3A54-8922BFC97EFA}"/>
          </ac:spMkLst>
        </pc:spChg>
        <pc:spChg chg="add mod">
          <ac:chgData name="LALIT S" userId="cf0c330d250bc9fb" providerId="LiveId" clId="{98C316B6-8115-43A5-8F19-18013199C6A7}" dt="2026-04-13T05:17:08.042" v="753" actId="1076"/>
          <ac:spMkLst>
            <pc:docMk/>
            <pc:sldMk cId="3257011867" sldId="257"/>
            <ac:spMk id="7" creationId="{6EBDBA4F-A11F-6E91-FC7D-F2BDF2C6E68B}"/>
          </ac:spMkLst>
        </pc:spChg>
        <pc:spChg chg="add mod">
          <ac:chgData name="LALIT S" userId="cf0c330d250bc9fb" providerId="LiveId" clId="{98C316B6-8115-43A5-8F19-18013199C6A7}" dt="2026-04-13T05:17:08.042" v="753" actId="1076"/>
          <ac:spMkLst>
            <pc:docMk/>
            <pc:sldMk cId="3257011867" sldId="257"/>
            <ac:spMk id="8" creationId="{A3FABE22-3F98-2E28-541D-D26025A54771}"/>
          </ac:spMkLst>
        </pc:spChg>
        <pc:spChg chg="add mod">
          <ac:chgData name="LALIT S" userId="cf0c330d250bc9fb" providerId="LiveId" clId="{98C316B6-8115-43A5-8F19-18013199C6A7}" dt="2026-04-13T05:17:08.042" v="753" actId="1076"/>
          <ac:spMkLst>
            <pc:docMk/>
            <pc:sldMk cId="3257011867" sldId="257"/>
            <ac:spMk id="9" creationId="{59C33852-20FD-CB01-305B-82B0F205F0F1}"/>
          </ac:spMkLst>
        </pc:spChg>
        <pc:spChg chg="add del mod">
          <ac:chgData name="LALIT S" userId="cf0c330d250bc9fb" providerId="LiveId" clId="{98C316B6-8115-43A5-8F19-18013199C6A7}" dt="2026-04-13T05:22:55.396" v="784" actId="478"/>
          <ac:spMkLst>
            <pc:docMk/>
            <pc:sldMk cId="3257011867" sldId="257"/>
            <ac:spMk id="10" creationId="{61570D15-01D0-9338-F116-20F814D8D7C7}"/>
          </ac:spMkLst>
        </pc:spChg>
        <pc:spChg chg="add mod">
          <ac:chgData name="LALIT S" userId="cf0c330d250bc9fb" providerId="LiveId" clId="{98C316B6-8115-43A5-8F19-18013199C6A7}" dt="2026-04-13T05:23:06.251" v="793" actId="1076"/>
          <ac:spMkLst>
            <pc:docMk/>
            <pc:sldMk cId="3257011867" sldId="257"/>
            <ac:spMk id="11" creationId="{8F1C69DD-3798-E790-1FD0-CC4AEC65F9F4}"/>
          </ac:spMkLst>
        </pc:spChg>
        <pc:spChg chg="add mod">
          <ac:chgData name="LALIT S" userId="cf0c330d250bc9fb" providerId="LiveId" clId="{98C316B6-8115-43A5-8F19-18013199C6A7}" dt="2026-04-13T05:26:33.018" v="846" actId="1076"/>
          <ac:spMkLst>
            <pc:docMk/>
            <pc:sldMk cId="3257011867" sldId="257"/>
            <ac:spMk id="12" creationId="{7CEC1A02-B02E-6EFF-1C3E-7FB91D502209}"/>
          </ac:spMkLst>
        </pc:spChg>
        <pc:spChg chg="add mod">
          <ac:chgData name="LALIT S" userId="cf0c330d250bc9fb" providerId="LiveId" clId="{98C316B6-8115-43A5-8F19-18013199C6A7}" dt="2026-04-13T05:26:33.018" v="846" actId="1076"/>
          <ac:spMkLst>
            <pc:docMk/>
            <pc:sldMk cId="3257011867" sldId="257"/>
            <ac:spMk id="13" creationId="{50978F22-E336-21F6-EB3F-C7D0A6447A48}"/>
          </ac:spMkLst>
        </pc:spChg>
        <pc:spChg chg="add mod">
          <ac:chgData name="LALIT S" userId="cf0c330d250bc9fb" providerId="LiveId" clId="{98C316B6-8115-43A5-8F19-18013199C6A7}" dt="2026-04-13T05:17:38.138" v="781" actId="255"/>
          <ac:spMkLst>
            <pc:docMk/>
            <pc:sldMk cId="3257011867" sldId="257"/>
            <ac:spMk id="14" creationId="{51A7B05D-F7D2-C760-FC14-8CBF02C3B61C}"/>
          </ac:spMkLst>
        </pc:spChg>
        <pc:spChg chg="add mod">
          <ac:chgData name="LALIT S" userId="cf0c330d250bc9fb" providerId="LiveId" clId="{98C316B6-8115-43A5-8F19-18013199C6A7}" dt="2026-04-13T05:23:33.926" v="817" actId="1076"/>
          <ac:spMkLst>
            <pc:docMk/>
            <pc:sldMk cId="3257011867" sldId="257"/>
            <ac:spMk id="15" creationId="{7442D58F-D513-863F-23D5-4988EE482D55}"/>
          </ac:spMkLst>
        </pc:spChg>
        <pc:spChg chg="add mod">
          <ac:chgData name="LALIT S" userId="cf0c330d250bc9fb" providerId="LiveId" clId="{98C316B6-8115-43A5-8F19-18013199C6A7}" dt="2026-04-13T05:25:55.671" v="840" actId="1076"/>
          <ac:spMkLst>
            <pc:docMk/>
            <pc:sldMk cId="3257011867" sldId="257"/>
            <ac:spMk id="16" creationId="{1988695A-5475-145E-984C-CD9946771AD0}"/>
          </ac:spMkLst>
        </pc:spChg>
        <pc:spChg chg="add mod">
          <ac:chgData name="LALIT S" userId="cf0c330d250bc9fb" providerId="LiveId" clId="{98C316B6-8115-43A5-8F19-18013199C6A7}" dt="2026-04-13T05:26:39.603" v="847" actId="14100"/>
          <ac:spMkLst>
            <pc:docMk/>
            <pc:sldMk cId="3257011867" sldId="257"/>
            <ac:spMk id="17" creationId="{BE78309F-580A-6296-585B-F3E1A9F8361B}"/>
          </ac:spMkLst>
        </pc:spChg>
        <pc:spChg chg="add mod">
          <ac:chgData name="LALIT S" userId="cf0c330d250bc9fb" providerId="LiveId" clId="{98C316B6-8115-43A5-8F19-18013199C6A7}" dt="2026-04-13T05:26:50.200" v="849" actId="1076"/>
          <ac:spMkLst>
            <pc:docMk/>
            <pc:sldMk cId="3257011867" sldId="257"/>
            <ac:spMk id="18" creationId="{A80224D9-DC11-490B-0187-EAF296F33F38}"/>
          </ac:spMkLst>
        </pc:spChg>
        <pc:spChg chg="add mod">
          <ac:chgData name="LALIT S" userId="cf0c330d250bc9fb" providerId="LiveId" clId="{98C316B6-8115-43A5-8F19-18013199C6A7}" dt="2026-04-13T05:27:04.041" v="860" actId="20577"/>
          <ac:spMkLst>
            <pc:docMk/>
            <pc:sldMk cId="3257011867" sldId="257"/>
            <ac:spMk id="19" creationId="{A84ECC0A-AF3F-F7BE-5FC3-DBCCDCF9F4C3}"/>
          </ac:spMkLst>
        </pc:spChg>
        <pc:spChg chg="add mod">
          <ac:chgData name="LALIT S" userId="cf0c330d250bc9fb" providerId="LiveId" clId="{98C316B6-8115-43A5-8F19-18013199C6A7}" dt="2026-04-13T05:27:26.611" v="878" actId="1076"/>
          <ac:spMkLst>
            <pc:docMk/>
            <pc:sldMk cId="3257011867" sldId="257"/>
            <ac:spMk id="20" creationId="{3EBE1701-8916-70C5-04F7-F786A642DDA1}"/>
          </ac:spMkLst>
        </pc:spChg>
        <pc:cxnChg chg="add mod">
          <ac:chgData name="LALIT S" userId="cf0c330d250bc9fb" providerId="LiveId" clId="{98C316B6-8115-43A5-8F19-18013199C6A7}" dt="2026-04-13T04:45:30.587" v="670"/>
          <ac:cxnSpMkLst>
            <pc:docMk/>
            <pc:sldMk cId="3257011867" sldId="257"/>
            <ac:cxnSpMk id="2" creationId="{5A1F88FB-2BF5-AFC2-7BBC-7A9BB02764D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4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10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53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61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90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8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17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2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76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89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FAE4F-EFE5-4C70-895D-858088D6440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66F4-1642-4B0A-84B7-77D4DBB32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val 90">
            <a:extLst>
              <a:ext uri="{FF2B5EF4-FFF2-40B4-BE49-F238E27FC236}">
                <a16:creationId xmlns:a16="http://schemas.microsoft.com/office/drawing/2014/main" id="{5C6202F5-E700-91E6-276A-4D25EE6A95D5}"/>
              </a:ext>
            </a:extLst>
          </p:cNvPr>
          <p:cNvSpPr/>
          <p:nvPr/>
        </p:nvSpPr>
        <p:spPr>
          <a:xfrm>
            <a:off x="5024871" y="6273955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8DB12FD-BF1E-985A-7714-604F90B41EAC}"/>
              </a:ext>
            </a:extLst>
          </p:cNvPr>
          <p:cNvSpPr/>
          <p:nvPr/>
        </p:nvSpPr>
        <p:spPr>
          <a:xfrm>
            <a:off x="3423542" y="6273955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56D7033-D169-1464-6528-59A5AB57909A}"/>
              </a:ext>
            </a:extLst>
          </p:cNvPr>
          <p:cNvSpPr/>
          <p:nvPr/>
        </p:nvSpPr>
        <p:spPr>
          <a:xfrm>
            <a:off x="1788796" y="6303542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4E53EA-5B61-497A-1AC0-F810C6F6F65E}"/>
              </a:ext>
            </a:extLst>
          </p:cNvPr>
          <p:cNvSpPr/>
          <p:nvPr/>
        </p:nvSpPr>
        <p:spPr>
          <a:xfrm>
            <a:off x="164265" y="6320102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53D1D7F-7258-5104-AD51-BEF8A0DD7103}"/>
              </a:ext>
            </a:extLst>
          </p:cNvPr>
          <p:cNvGrpSpPr/>
          <p:nvPr/>
        </p:nvGrpSpPr>
        <p:grpSpPr>
          <a:xfrm>
            <a:off x="1299320" y="1813850"/>
            <a:ext cx="4413134" cy="3761048"/>
            <a:chOff x="755185" y="1793084"/>
            <a:chExt cx="5563881" cy="506997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4715E6F-5A90-1011-279F-5D6B8C3627DE}"/>
                </a:ext>
              </a:extLst>
            </p:cNvPr>
            <p:cNvGrpSpPr/>
            <p:nvPr/>
          </p:nvGrpSpPr>
          <p:grpSpPr>
            <a:xfrm>
              <a:off x="944222" y="2072427"/>
              <a:ext cx="4969555" cy="4682352"/>
              <a:chOff x="458479" y="1640627"/>
              <a:chExt cx="5927283" cy="545698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4A4B9CD-107A-73CB-AEB7-01FA3622C987}"/>
                  </a:ext>
                </a:extLst>
              </p:cNvPr>
              <p:cNvSpPr/>
              <p:nvPr/>
            </p:nvSpPr>
            <p:spPr>
              <a:xfrm>
                <a:off x="2325371" y="3291306"/>
                <a:ext cx="2207259" cy="215222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3712F65-C985-6B49-52FE-19328189C693}"/>
                  </a:ext>
                </a:extLst>
              </p:cNvPr>
              <p:cNvSpPr/>
              <p:nvPr/>
            </p:nvSpPr>
            <p:spPr>
              <a:xfrm>
                <a:off x="2137092" y="3128902"/>
                <a:ext cx="2583816" cy="2504395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F6B4938-6EF7-0852-E19E-F57FF9CE4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575" b="94118" l="9884" r="89826">
                            <a14:foregroundMark x1="34884" y1="94281" x2="37500" y2="90196"/>
                            <a14:foregroundMark x1="63953" y1="94118" x2="64535" y2="94118"/>
                            <a14:foregroundMark x1="50872" y1="7680" x2="50872" y2="7680"/>
                            <a14:foregroundMark x1="50291" y1="4575" x2="50291" y2="457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725" y="2719118"/>
                <a:ext cx="2024549" cy="3601814"/>
              </a:xfrm>
              <a:prstGeom prst="rect">
                <a:avLst/>
              </a:prstGeom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2" name="Freeform 73">
                <a:extLst>
                  <a:ext uri="{FF2B5EF4-FFF2-40B4-BE49-F238E27FC236}">
                    <a16:creationId xmlns:a16="http://schemas.microsoft.com/office/drawing/2014/main" id="{2689E640-EA56-5984-0325-951698B96DC6}"/>
                  </a:ext>
                </a:extLst>
              </p:cNvPr>
              <p:cNvSpPr>
                <a:spLocks/>
              </p:cNvSpPr>
              <p:nvPr/>
            </p:nvSpPr>
            <p:spPr bwMode="auto">
              <a:xfrm rot="13607754">
                <a:off x="4273711" y="2509936"/>
                <a:ext cx="268288" cy="990600"/>
              </a:xfrm>
              <a:custGeom>
                <a:avLst/>
                <a:gdLst>
                  <a:gd name="T0" fmla="*/ 0 w 35"/>
                  <a:gd name="T1" fmla="*/ 2147483647 h 128"/>
                  <a:gd name="T2" fmla="*/ 1057644954 w 35"/>
                  <a:gd name="T3" fmla="*/ 2147483647 h 128"/>
                  <a:gd name="T4" fmla="*/ 2056527170 w 35"/>
                  <a:gd name="T5" fmla="*/ 2147483647 h 128"/>
                  <a:gd name="T6" fmla="*/ 1586463598 w 35"/>
                  <a:gd name="T7" fmla="*/ 2147483647 h 128"/>
                  <a:gd name="T8" fmla="*/ 117517809 w 35"/>
                  <a:gd name="T9" fmla="*/ 0 h 128"/>
                  <a:gd name="T10" fmla="*/ 470063572 w 35"/>
                  <a:gd name="T11" fmla="*/ 2147483647 h 128"/>
                  <a:gd name="T12" fmla="*/ 0 w 35"/>
                  <a:gd name="T13" fmla="*/ 2147483647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28">
                    <a:moveTo>
                      <a:pt x="0" y="97"/>
                    </a:moveTo>
                    <a:cubicBezTo>
                      <a:pt x="18" y="128"/>
                      <a:pt x="18" y="128"/>
                      <a:pt x="18" y="128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6" y="61"/>
                      <a:pt x="15" y="30"/>
                      <a:pt x="2" y="0"/>
                    </a:cubicBezTo>
                    <a:cubicBezTo>
                      <a:pt x="10" y="29"/>
                      <a:pt x="8" y="63"/>
                      <a:pt x="8" y="97"/>
                    </a:cubicBez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7938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3">
                <a:extLst>
                  <a:ext uri="{FF2B5EF4-FFF2-40B4-BE49-F238E27FC236}">
                    <a16:creationId xmlns:a16="http://schemas.microsoft.com/office/drawing/2014/main" id="{D72EAB85-7A13-6E4B-EC40-5113E27A6AAA}"/>
                  </a:ext>
                </a:extLst>
              </p:cNvPr>
              <p:cNvSpPr>
                <a:spLocks/>
              </p:cNvSpPr>
              <p:nvPr/>
            </p:nvSpPr>
            <p:spPr bwMode="auto">
              <a:xfrm rot="8299866" flipH="1">
                <a:off x="2330678" y="2535554"/>
                <a:ext cx="278247" cy="990600"/>
              </a:xfrm>
              <a:custGeom>
                <a:avLst/>
                <a:gdLst>
                  <a:gd name="T0" fmla="*/ 0 w 35"/>
                  <a:gd name="T1" fmla="*/ 2147483647 h 128"/>
                  <a:gd name="T2" fmla="*/ 1057644954 w 35"/>
                  <a:gd name="T3" fmla="*/ 2147483647 h 128"/>
                  <a:gd name="T4" fmla="*/ 2056527170 w 35"/>
                  <a:gd name="T5" fmla="*/ 2147483647 h 128"/>
                  <a:gd name="T6" fmla="*/ 1586463598 w 35"/>
                  <a:gd name="T7" fmla="*/ 2147483647 h 128"/>
                  <a:gd name="T8" fmla="*/ 117517809 w 35"/>
                  <a:gd name="T9" fmla="*/ 0 h 128"/>
                  <a:gd name="T10" fmla="*/ 470063572 w 35"/>
                  <a:gd name="T11" fmla="*/ 2147483647 h 128"/>
                  <a:gd name="T12" fmla="*/ 0 w 35"/>
                  <a:gd name="T13" fmla="*/ 2147483647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28">
                    <a:moveTo>
                      <a:pt x="0" y="97"/>
                    </a:moveTo>
                    <a:cubicBezTo>
                      <a:pt x="18" y="128"/>
                      <a:pt x="18" y="128"/>
                      <a:pt x="18" y="128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6" y="61"/>
                      <a:pt x="15" y="30"/>
                      <a:pt x="2" y="0"/>
                    </a:cubicBezTo>
                    <a:cubicBezTo>
                      <a:pt x="10" y="29"/>
                      <a:pt x="8" y="63"/>
                      <a:pt x="8" y="97"/>
                    </a:cubicBez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7938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73">
                <a:extLst>
                  <a:ext uri="{FF2B5EF4-FFF2-40B4-BE49-F238E27FC236}">
                    <a16:creationId xmlns:a16="http://schemas.microsoft.com/office/drawing/2014/main" id="{84F59FBC-8054-A165-E28B-5CF310D0EF66}"/>
                  </a:ext>
                </a:extLst>
              </p:cNvPr>
              <p:cNvSpPr>
                <a:spLocks/>
              </p:cNvSpPr>
              <p:nvPr/>
            </p:nvSpPr>
            <p:spPr bwMode="auto">
              <a:xfrm rot="3148417">
                <a:off x="2232329" y="5184683"/>
                <a:ext cx="268288" cy="990600"/>
              </a:xfrm>
              <a:custGeom>
                <a:avLst/>
                <a:gdLst>
                  <a:gd name="T0" fmla="*/ 0 w 35"/>
                  <a:gd name="T1" fmla="*/ 2147483647 h 128"/>
                  <a:gd name="T2" fmla="*/ 1057644954 w 35"/>
                  <a:gd name="T3" fmla="*/ 2147483647 h 128"/>
                  <a:gd name="T4" fmla="*/ 2056527170 w 35"/>
                  <a:gd name="T5" fmla="*/ 2147483647 h 128"/>
                  <a:gd name="T6" fmla="*/ 1586463598 w 35"/>
                  <a:gd name="T7" fmla="*/ 2147483647 h 128"/>
                  <a:gd name="T8" fmla="*/ 117517809 w 35"/>
                  <a:gd name="T9" fmla="*/ 0 h 128"/>
                  <a:gd name="T10" fmla="*/ 470063572 w 35"/>
                  <a:gd name="T11" fmla="*/ 2147483647 h 128"/>
                  <a:gd name="T12" fmla="*/ 0 w 35"/>
                  <a:gd name="T13" fmla="*/ 2147483647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28">
                    <a:moveTo>
                      <a:pt x="0" y="97"/>
                    </a:moveTo>
                    <a:cubicBezTo>
                      <a:pt x="18" y="128"/>
                      <a:pt x="18" y="128"/>
                      <a:pt x="18" y="128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6" y="61"/>
                      <a:pt x="15" y="30"/>
                      <a:pt x="2" y="0"/>
                    </a:cubicBezTo>
                    <a:cubicBezTo>
                      <a:pt x="10" y="29"/>
                      <a:pt x="8" y="63"/>
                      <a:pt x="8" y="97"/>
                    </a:cubicBez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7938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3">
                <a:extLst>
                  <a:ext uri="{FF2B5EF4-FFF2-40B4-BE49-F238E27FC236}">
                    <a16:creationId xmlns:a16="http://schemas.microsoft.com/office/drawing/2014/main" id="{23AD6ED2-8406-F99F-FB09-5C2F369C08A8}"/>
                  </a:ext>
                </a:extLst>
              </p:cNvPr>
              <p:cNvSpPr>
                <a:spLocks/>
              </p:cNvSpPr>
              <p:nvPr/>
            </p:nvSpPr>
            <p:spPr bwMode="auto">
              <a:xfrm rot="18269958" flipH="1">
                <a:off x="4355705" y="5184684"/>
                <a:ext cx="278247" cy="990600"/>
              </a:xfrm>
              <a:custGeom>
                <a:avLst/>
                <a:gdLst>
                  <a:gd name="T0" fmla="*/ 0 w 35"/>
                  <a:gd name="T1" fmla="*/ 2147483647 h 128"/>
                  <a:gd name="T2" fmla="*/ 1057644954 w 35"/>
                  <a:gd name="T3" fmla="*/ 2147483647 h 128"/>
                  <a:gd name="T4" fmla="*/ 2056527170 w 35"/>
                  <a:gd name="T5" fmla="*/ 2147483647 h 128"/>
                  <a:gd name="T6" fmla="*/ 1586463598 w 35"/>
                  <a:gd name="T7" fmla="*/ 2147483647 h 128"/>
                  <a:gd name="T8" fmla="*/ 117517809 w 35"/>
                  <a:gd name="T9" fmla="*/ 0 h 128"/>
                  <a:gd name="T10" fmla="*/ 470063572 w 35"/>
                  <a:gd name="T11" fmla="*/ 2147483647 h 128"/>
                  <a:gd name="T12" fmla="*/ 0 w 35"/>
                  <a:gd name="T13" fmla="*/ 2147483647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28">
                    <a:moveTo>
                      <a:pt x="0" y="97"/>
                    </a:moveTo>
                    <a:cubicBezTo>
                      <a:pt x="18" y="128"/>
                      <a:pt x="18" y="128"/>
                      <a:pt x="18" y="128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27" y="97"/>
                      <a:pt x="27" y="97"/>
                      <a:pt x="27" y="97"/>
                    </a:cubicBezTo>
                    <a:cubicBezTo>
                      <a:pt x="26" y="61"/>
                      <a:pt x="15" y="30"/>
                      <a:pt x="2" y="0"/>
                    </a:cubicBezTo>
                    <a:cubicBezTo>
                      <a:pt x="10" y="29"/>
                      <a:pt x="8" y="63"/>
                      <a:pt x="8" y="97"/>
                    </a:cubicBez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7938" cap="rnd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86FAFFD-40C7-77CE-9033-8E16F321676D}"/>
                  </a:ext>
                </a:extLst>
              </p:cNvPr>
              <p:cNvCxnSpPr/>
              <p:nvPr/>
            </p:nvCxnSpPr>
            <p:spPr>
              <a:xfrm>
                <a:off x="3204633" y="7097607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70FCEE6-CCB6-4278-87C0-C0CDCCB67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30726" y="1680235"/>
                <a:ext cx="1525038" cy="1525038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B93DCF3-36B9-D5BF-2F88-4EB2BC6360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60724" y="5365841"/>
                <a:ext cx="1525038" cy="1525038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BA2BD6AE-BA43-077F-0B45-00C07934A5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479" y="5432728"/>
                <a:ext cx="1525038" cy="1525038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B347637-25EB-7823-60A7-AC08149A2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802" y="1640627"/>
                <a:ext cx="1525038" cy="1525038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75CC5AD-94C8-992F-C02F-FFE69F0B0068}"/>
                </a:ext>
              </a:extLst>
            </p:cNvPr>
            <p:cNvSpPr txBox="1"/>
            <p:nvPr/>
          </p:nvSpPr>
          <p:spPr>
            <a:xfrm>
              <a:off x="755185" y="5059571"/>
              <a:ext cx="1423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Psychological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8CA468B-DCEB-A993-4003-14349DB9B91F}"/>
                </a:ext>
              </a:extLst>
            </p:cNvPr>
            <p:cNvSpPr txBox="1"/>
            <p:nvPr/>
          </p:nvSpPr>
          <p:spPr>
            <a:xfrm>
              <a:off x="1147422" y="1793084"/>
              <a:ext cx="924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Physical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809CEBF-F28F-B61E-C07C-966A80BAC699}"/>
                </a:ext>
              </a:extLst>
            </p:cNvPr>
            <p:cNvSpPr txBox="1"/>
            <p:nvPr/>
          </p:nvSpPr>
          <p:spPr>
            <a:xfrm>
              <a:off x="4593841" y="1800384"/>
              <a:ext cx="1143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emotional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91DFC81-6BA9-4A70-8B85-2304E06B49FC}"/>
                </a:ext>
              </a:extLst>
            </p:cNvPr>
            <p:cNvSpPr txBox="1"/>
            <p:nvPr/>
          </p:nvSpPr>
          <p:spPr>
            <a:xfrm>
              <a:off x="4904315" y="5020135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spiritual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E95139B-92C6-86AD-216D-F3CF9C219BBE}"/>
                </a:ext>
              </a:extLst>
            </p:cNvPr>
            <p:cNvSpPr txBox="1"/>
            <p:nvPr/>
          </p:nvSpPr>
          <p:spPr>
            <a:xfrm>
              <a:off x="796400" y="3349439"/>
              <a:ext cx="1546973" cy="330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/>
                <a:t>Small description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60FEDC-346D-9F12-D072-E7830169027C}"/>
                </a:ext>
              </a:extLst>
            </p:cNvPr>
            <p:cNvSpPr txBox="1"/>
            <p:nvPr/>
          </p:nvSpPr>
          <p:spPr>
            <a:xfrm>
              <a:off x="4794511" y="3348203"/>
              <a:ext cx="1524555" cy="330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/>
                <a:t>Small description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E06346D-5351-F84F-7978-841584669224}"/>
                </a:ext>
              </a:extLst>
            </p:cNvPr>
            <p:cNvSpPr txBox="1"/>
            <p:nvPr/>
          </p:nvSpPr>
          <p:spPr>
            <a:xfrm>
              <a:off x="4794510" y="6532471"/>
              <a:ext cx="1455975" cy="330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/>
                <a:t>Small description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4BEA613-E1B8-ACAE-6DC5-0C4D812DC90F}"/>
                </a:ext>
              </a:extLst>
            </p:cNvPr>
            <p:cNvSpPr txBox="1"/>
            <p:nvPr/>
          </p:nvSpPr>
          <p:spPr>
            <a:xfrm>
              <a:off x="955906" y="6532471"/>
              <a:ext cx="1455976" cy="330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100" dirty="0"/>
                <a:t>Small description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BD4B83B-0ABE-C4F1-AFA8-36154293254E}"/>
              </a:ext>
            </a:extLst>
          </p:cNvPr>
          <p:cNvSpPr txBox="1"/>
          <p:nvPr/>
        </p:nvSpPr>
        <p:spPr>
          <a:xfrm>
            <a:off x="23446" y="1017868"/>
            <a:ext cx="811877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" b="1" i="0" dirty="0">
                <a:effectLst/>
                <a:latin typeface="Space Mono"/>
              </a:rPr>
              <a:t>73.1</a:t>
            </a:r>
            <a:r>
              <a:rPr lang="en-IN" sz="800" b="0" i="0" dirty="0">
                <a:effectLst/>
                <a:latin typeface="Space Mono"/>
              </a:rPr>
              <a:t> kg</a:t>
            </a:r>
            <a:endParaRPr lang="en-IN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IN" sz="800" b="0" i="0" cap="all" dirty="0">
                <a:effectLst/>
                <a:latin typeface="Space Mono"/>
              </a:rPr>
              <a:t>Weight</a:t>
            </a:r>
          </a:p>
          <a:p>
            <a:pPr algn="ctr">
              <a:spcBef>
                <a:spcPts val="75"/>
              </a:spcBef>
              <a:buNone/>
            </a:pPr>
            <a:r>
              <a:rPr lang="en-IN" sz="800" b="0" i="0" dirty="0">
                <a:effectLst/>
                <a:latin typeface="DM Sans" pitchFamily="2" charset="0"/>
              </a:rPr>
              <a:t>InBody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9284BD-B5F3-DADF-1ECC-EDE98D7ADFAE}"/>
              </a:ext>
            </a:extLst>
          </p:cNvPr>
          <p:cNvSpPr txBox="1"/>
          <p:nvPr/>
        </p:nvSpPr>
        <p:spPr>
          <a:xfrm>
            <a:off x="804601" y="1020635"/>
            <a:ext cx="85615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" b="1" i="0" dirty="0">
                <a:effectLst/>
                <a:latin typeface="Space Mono"/>
              </a:rPr>
              <a:t>24.2</a:t>
            </a:r>
            <a:r>
              <a:rPr lang="en-IN" sz="800" b="0" i="0" dirty="0">
                <a:effectLst/>
                <a:latin typeface="Space Mono"/>
              </a:rPr>
              <a:t> %</a:t>
            </a:r>
            <a:endParaRPr lang="en-IN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IN" sz="800" b="0" i="0" cap="all" dirty="0">
                <a:effectLst/>
                <a:latin typeface="Space Mono"/>
              </a:rPr>
              <a:t>Body Fat</a:t>
            </a:r>
          </a:p>
          <a:p>
            <a:pPr algn="ctr">
              <a:spcBef>
                <a:spcPts val="75"/>
              </a:spcBef>
              <a:buNone/>
            </a:pPr>
            <a:r>
              <a:rPr lang="en-IN" sz="800" b="0" i="0" dirty="0">
                <a:effectLst/>
                <a:latin typeface="DM Sans" pitchFamily="2" charset="0"/>
              </a:rPr>
              <a:t>InBody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232311-0DED-B32B-CF23-615AFF477152}"/>
              </a:ext>
            </a:extLst>
          </p:cNvPr>
          <p:cNvSpPr txBox="1"/>
          <p:nvPr/>
        </p:nvSpPr>
        <p:spPr>
          <a:xfrm>
            <a:off x="1558114" y="1012229"/>
            <a:ext cx="753668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" b="1" i="0" dirty="0">
                <a:effectLst/>
                <a:latin typeface="Space Mono"/>
              </a:rPr>
              <a:t>25.8</a:t>
            </a:r>
            <a:r>
              <a:rPr lang="en-IN" sz="800" b="0" i="0" dirty="0">
                <a:effectLst/>
                <a:latin typeface="Space Mono"/>
              </a:rPr>
              <a:t> BMI</a:t>
            </a:r>
            <a:endParaRPr lang="en-IN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IN" sz="800" b="0" i="0" cap="all" dirty="0">
                <a:effectLst/>
                <a:latin typeface="Space Mono"/>
              </a:rPr>
              <a:t>BMI</a:t>
            </a:r>
          </a:p>
          <a:p>
            <a:pPr algn="ctr">
              <a:spcBef>
                <a:spcPts val="75"/>
              </a:spcBef>
              <a:buNone/>
            </a:pPr>
            <a:r>
              <a:rPr lang="en-IN" sz="800" b="0" i="0" dirty="0">
                <a:effectLst/>
                <a:latin typeface="DM Sans" pitchFamily="2" charset="0"/>
              </a:rPr>
              <a:t>InBody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D639DB-763B-3D4D-C5F3-4FB5AEFB94AA}"/>
              </a:ext>
            </a:extLst>
          </p:cNvPr>
          <p:cNvSpPr txBox="1"/>
          <p:nvPr/>
        </p:nvSpPr>
        <p:spPr>
          <a:xfrm>
            <a:off x="2315098" y="1035903"/>
            <a:ext cx="824228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00" b="1" i="0" dirty="0">
                <a:effectLst/>
                <a:latin typeface="Space Mono"/>
              </a:rPr>
              <a:t>65</a:t>
            </a:r>
            <a:r>
              <a:rPr lang="en-GB" sz="800" b="0" i="0" dirty="0">
                <a:effectLst/>
                <a:latin typeface="Space Mono"/>
              </a:rPr>
              <a:t> bpm</a:t>
            </a:r>
            <a:endParaRPr lang="en-GB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GB" sz="800" b="0" i="0" cap="all" dirty="0">
                <a:effectLst/>
                <a:latin typeface="Space Mono"/>
              </a:rPr>
              <a:t>Heart Rate</a:t>
            </a:r>
          </a:p>
          <a:p>
            <a:pPr algn="ctr">
              <a:spcBef>
                <a:spcPts val="75"/>
              </a:spcBef>
              <a:buNone/>
            </a:pPr>
            <a:r>
              <a:rPr lang="en-GB" sz="800" b="0" i="0" dirty="0">
                <a:effectLst/>
                <a:latin typeface="DM Sans" pitchFamily="2" charset="0"/>
              </a:rPr>
              <a:t>ECG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E10FE0-CBD5-EED7-D0B1-9AAF5F5FA0A0}"/>
              </a:ext>
            </a:extLst>
          </p:cNvPr>
          <p:cNvSpPr txBox="1"/>
          <p:nvPr/>
        </p:nvSpPr>
        <p:spPr>
          <a:xfrm>
            <a:off x="3113046" y="1020635"/>
            <a:ext cx="924933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" b="1" i="0" dirty="0">
                <a:effectLst/>
                <a:latin typeface="Space Mono"/>
              </a:rPr>
              <a:t>57</a:t>
            </a:r>
            <a:r>
              <a:rPr lang="en-IN" sz="800" b="0" i="0" dirty="0">
                <a:effectLst/>
                <a:latin typeface="Space Mono"/>
              </a:rPr>
              <a:t> J</a:t>
            </a:r>
            <a:endParaRPr lang="en-IN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IN" sz="800" b="0" i="0" cap="all" dirty="0">
                <a:effectLst/>
                <a:latin typeface="Space Mono"/>
              </a:rPr>
              <a:t>Bio-Energy</a:t>
            </a:r>
          </a:p>
          <a:p>
            <a:pPr algn="ctr">
              <a:spcBef>
                <a:spcPts val="75"/>
              </a:spcBef>
              <a:buNone/>
            </a:pPr>
            <a:r>
              <a:rPr lang="en-IN" sz="800" b="0" i="0" dirty="0" err="1">
                <a:effectLst/>
                <a:latin typeface="DM Sans" pitchFamily="2" charset="0"/>
              </a:rPr>
              <a:t>BioWell</a:t>
            </a:r>
            <a:endParaRPr lang="en-IN" sz="800" b="0" i="0" dirty="0">
              <a:effectLst/>
              <a:latin typeface="DM Sans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DBEEE-FA0D-5BF7-A4F3-ED4CFBF73D47}"/>
              </a:ext>
            </a:extLst>
          </p:cNvPr>
          <p:cNvSpPr txBox="1"/>
          <p:nvPr/>
        </p:nvSpPr>
        <p:spPr>
          <a:xfrm>
            <a:off x="4169826" y="974469"/>
            <a:ext cx="65946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" b="1" i="0" dirty="0">
                <a:effectLst/>
                <a:latin typeface="Space Mono"/>
              </a:rPr>
              <a:t>87</a:t>
            </a:r>
            <a:r>
              <a:rPr lang="en-IN" sz="800" b="0" i="0" dirty="0">
                <a:effectLst/>
                <a:latin typeface="Space Mono"/>
              </a:rPr>
              <a:t> %</a:t>
            </a:r>
            <a:endParaRPr lang="en-IN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en-IN" sz="800" b="0" i="0" cap="all" dirty="0">
                <a:effectLst/>
                <a:latin typeface="Space Mono"/>
              </a:rPr>
              <a:t>Energy Reserve</a:t>
            </a:r>
          </a:p>
          <a:p>
            <a:pPr algn="ctr">
              <a:spcBef>
                <a:spcPts val="75"/>
              </a:spcBef>
              <a:buNone/>
            </a:pPr>
            <a:r>
              <a:rPr lang="en-IN" sz="800" b="0" i="0" dirty="0" err="1">
                <a:effectLst/>
                <a:latin typeface="DM Sans" pitchFamily="2" charset="0"/>
              </a:rPr>
              <a:t>BioWell</a:t>
            </a:r>
            <a:endParaRPr lang="en-IN" sz="800" b="0" i="0" dirty="0">
              <a:effectLst/>
              <a:latin typeface="DM Sans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EA1925E-21B3-ECF6-508A-783B05956BAB}"/>
              </a:ext>
            </a:extLst>
          </p:cNvPr>
          <p:cNvSpPr txBox="1"/>
          <p:nvPr/>
        </p:nvSpPr>
        <p:spPr>
          <a:xfrm>
            <a:off x="5047046" y="1059713"/>
            <a:ext cx="724506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00" b="1" i="0" dirty="0">
                <a:effectLst/>
                <a:latin typeface="Space Mono"/>
              </a:rPr>
              <a:t>2.97</a:t>
            </a:r>
          </a:p>
          <a:p>
            <a:pPr algn="ctr">
              <a:spcBef>
                <a:spcPts val="150"/>
              </a:spcBef>
              <a:buNone/>
            </a:pPr>
            <a:r>
              <a:rPr lang="en-GB" sz="800" b="0" i="0" cap="all" dirty="0">
                <a:effectLst/>
                <a:latin typeface="Space Mono"/>
              </a:rPr>
              <a:t>LF/HF Ratio</a:t>
            </a:r>
          </a:p>
          <a:p>
            <a:pPr algn="ctr">
              <a:spcBef>
                <a:spcPts val="75"/>
              </a:spcBef>
              <a:buNone/>
            </a:pPr>
            <a:r>
              <a:rPr lang="en-GB" sz="800" b="0" i="0" dirty="0">
                <a:effectLst/>
                <a:latin typeface="DM Sans" pitchFamily="2" charset="0"/>
              </a:rPr>
              <a:t>HRV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B9CA40-281A-5CCF-211C-6F26C61C321C}"/>
              </a:ext>
            </a:extLst>
          </p:cNvPr>
          <p:cNvSpPr txBox="1"/>
          <p:nvPr/>
        </p:nvSpPr>
        <p:spPr>
          <a:xfrm>
            <a:off x="5951551" y="1052252"/>
            <a:ext cx="836845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800" b="1" i="0" dirty="0">
                <a:effectLst/>
                <a:latin typeface="Space Mono"/>
              </a:rPr>
              <a:t>64</a:t>
            </a:r>
            <a:r>
              <a:rPr lang="it-IT" sz="800" b="0" i="0" dirty="0">
                <a:effectLst/>
                <a:latin typeface="Space Mono"/>
              </a:rPr>
              <a:t> bpm</a:t>
            </a:r>
            <a:endParaRPr lang="it-IT" sz="800" b="1" i="0" dirty="0">
              <a:effectLst/>
              <a:latin typeface="Space Mono"/>
            </a:endParaRPr>
          </a:p>
          <a:p>
            <a:pPr algn="ctr">
              <a:spcBef>
                <a:spcPts val="150"/>
              </a:spcBef>
              <a:buNone/>
            </a:pPr>
            <a:r>
              <a:rPr lang="it-IT" sz="800" b="0" i="0" cap="all" dirty="0">
                <a:effectLst/>
                <a:latin typeface="Space Mono"/>
              </a:rPr>
              <a:t>Nadi Pulse</a:t>
            </a:r>
          </a:p>
          <a:p>
            <a:pPr algn="ctr">
              <a:spcBef>
                <a:spcPts val="75"/>
              </a:spcBef>
              <a:buNone/>
            </a:pPr>
            <a:r>
              <a:rPr lang="it-IT" sz="800" b="0" i="0" dirty="0">
                <a:effectLst/>
                <a:latin typeface="DM Sans" pitchFamily="2" charset="0"/>
              </a:rPr>
              <a:t>Nadi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933F785-F41A-9CE2-7985-77328C1578AD}"/>
              </a:ext>
            </a:extLst>
          </p:cNvPr>
          <p:cNvSpPr/>
          <p:nvPr/>
        </p:nvSpPr>
        <p:spPr>
          <a:xfrm>
            <a:off x="113211" y="974578"/>
            <a:ext cx="633839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49FBBE5-84F1-779E-94E3-4F50491BAE21}"/>
              </a:ext>
            </a:extLst>
          </p:cNvPr>
          <p:cNvSpPr/>
          <p:nvPr/>
        </p:nvSpPr>
        <p:spPr>
          <a:xfrm>
            <a:off x="897865" y="983049"/>
            <a:ext cx="633839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9942CC5-AD5B-4DAC-FEE7-433112CA3CC0}"/>
              </a:ext>
            </a:extLst>
          </p:cNvPr>
          <p:cNvSpPr/>
          <p:nvPr/>
        </p:nvSpPr>
        <p:spPr>
          <a:xfrm>
            <a:off x="1630728" y="974469"/>
            <a:ext cx="633839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332365-897F-F4C0-BF66-91E2B0CCD813}"/>
              </a:ext>
            </a:extLst>
          </p:cNvPr>
          <p:cNvSpPr/>
          <p:nvPr/>
        </p:nvSpPr>
        <p:spPr>
          <a:xfrm>
            <a:off x="5989305" y="981988"/>
            <a:ext cx="753667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574F8F-1A14-DEE6-E505-28517E2DECE6}"/>
              </a:ext>
            </a:extLst>
          </p:cNvPr>
          <p:cNvSpPr/>
          <p:nvPr/>
        </p:nvSpPr>
        <p:spPr>
          <a:xfrm>
            <a:off x="5047045" y="990455"/>
            <a:ext cx="724507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573C3D-D52C-A91E-1F19-5D6AB6C4815A}"/>
              </a:ext>
            </a:extLst>
          </p:cNvPr>
          <p:cNvSpPr/>
          <p:nvPr/>
        </p:nvSpPr>
        <p:spPr>
          <a:xfrm>
            <a:off x="4113378" y="989736"/>
            <a:ext cx="753668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097BFD-FD0D-D9E7-EB6B-A668F9DD47C6}"/>
              </a:ext>
            </a:extLst>
          </p:cNvPr>
          <p:cNvSpPr/>
          <p:nvPr/>
        </p:nvSpPr>
        <p:spPr>
          <a:xfrm>
            <a:off x="3221822" y="980017"/>
            <a:ext cx="707383" cy="5924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CBC661-348D-2396-334D-5E37094AF556}"/>
              </a:ext>
            </a:extLst>
          </p:cNvPr>
          <p:cNvSpPr/>
          <p:nvPr/>
        </p:nvSpPr>
        <p:spPr>
          <a:xfrm>
            <a:off x="2405596" y="966221"/>
            <a:ext cx="633839" cy="6139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2FC8E-014D-80AA-370F-D49A6E38B468}"/>
              </a:ext>
            </a:extLst>
          </p:cNvPr>
          <p:cNvSpPr txBox="1"/>
          <p:nvPr/>
        </p:nvSpPr>
        <p:spPr>
          <a:xfrm>
            <a:off x="126705" y="308004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Wellness report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3B721-CCD4-98F2-CD9D-4EA8CACAD6DB}"/>
              </a:ext>
            </a:extLst>
          </p:cNvPr>
          <p:cNvSpPr txBox="1"/>
          <p:nvPr/>
        </p:nvSpPr>
        <p:spPr>
          <a:xfrm>
            <a:off x="5245478" y="161523"/>
            <a:ext cx="1052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Patient name </a:t>
            </a:r>
          </a:p>
          <a:p>
            <a:r>
              <a:rPr lang="en-IN" sz="1200" dirty="0"/>
              <a:t>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5057D5-54B7-2F71-1321-658311F6E36D}"/>
              </a:ext>
            </a:extLst>
          </p:cNvPr>
          <p:cNvCxnSpPr>
            <a:cxnSpLocks/>
          </p:cNvCxnSpPr>
          <p:nvPr/>
        </p:nvCxnSpPr>
        <p:spPr>
          <a:xfrm>
            <a:off x="0" y="5906671"/>
            <a:ext cx="3285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4A3FD2-32D1-7F5E-BA1C-9F5B0B4A6ADC}"/>
              </a:ext>
            </a:extLst>
          </p:cNvPr>
          <p:cNvCxnSpPr/>
          <p:nvPr/>
        </p:nvCxnSpPr>
        <p:spPr>
          <a:xfrm flipV="1">
            <a:off x="3285067" y="5652671"/>
            <a:ext cx="76200" cy="254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8C3CCB-220D-3D1D-82D2-F920D9B93934}"/>
              </a:ext>
            </a:extLst>
          </p:cNvPr>
          <p:cNvCxnSpPr>
            <a:cxnSpLocks/>
          </p:cNvCxnSpPr>
          <p:nvPr/>
        </p:nvCxnSpPr>
        <p:spPr>
          <a:xfrm>
            <a:off x="3361267" y="5652671"/>
            <a:ext cx="67733" cy="4825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F700D6-3D58-D75D-E305-290D7924512C}"/>
              </a:ext>
            </a:extLst>
          </p:cNvPr>
          <p:cNvCxnSpPr/>
          <p:nvPr/>
        </p:nvCxnSpPr>
        <p:spPr>
          <a:xfrm flipV="1">
            <a:off x="3429000" y="5906671"/>
            <a:ext cx="67733" cy="2285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401878-1643-F6AE-4545-375167F6210E}"/>
              </a:ext>
            </a:extLst>
          </p:cNvPr>
          <p:cNvCxnSpPr/>
          <p:nvPr/>
        </p:nvCxnSpPr>
        <p:spPr>
          <a:xfrm>
            <a:off x="3496733" y="5906671"/>
            <a:ext cx="33612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Brain ">
            <a:extLst>
              <a:ext uri="{FF2B5EF4-FFF2-40B4-BE49-F238E27FC236}">
                <a16:creationId xmlns:a16="http://schemas.microsoft.com/office/drawing/2014/main" id="{2D1198DE-B9F5-5236-DAD8-8C3566455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1" y="6448098"/>
            <a:ext cx="403704" cy="40370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34756582-E895-D364-F3E1-2B2D2C9A6278}"/>
              </a:ext>
            </a:extLst>
          </p:cNvPr>
          <p:cNvSpPr/>
          <p:nvPr/>
        </p:nvSpPr>
        <p:spPr>
          <a:xfrm>
            <a:off x="104906" y="6264341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1E86CA-D260-2193-0957-250703108030}"/>
              </a:ext>
            </a:extLst>
          </p:cNvPr>
          <p:cNvSpPr txBox="1"/>
          <p:nvPr/>
        </p:nvSpPr>
        <p:spPr>
          <a:xfrm>
            <a:off x="1075934" y="6346684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82F1A1-610B-B30D-DF3E-7B079F9C2309}"/>
              </a:ext>
            </a:extLst>
          </p:cNvPr>
          <p:cNvSpPr txBox="1"/>
          <p:nvPr/>
        </p:nvSpPr>
        <p:spPr>
          <a:xfrm>
            <a:off x="776703" y="6578603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pic>
        <p:nvPicPr>
          <p:cNvPr id="1028" name="Picture 4" descr="Heart ">
            <a:extLst>
              <a:ext uri="{FF2B5EF4-FFF2-40B4-BE49-F238E27FC236}">
                <a16:creationId xmlns:a16="http://schemas.microsoft.com/office/drawing/2014/main" id="{49645624-E16D-E61B-BB06-E64670649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297" y="6404948"/>
            <a:ext cx="437484" cy="4374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522F99-23FE-633E-E2C1-991B33128BBE}"/>
              </a:ext>
            </a:extLst>
          </p:cNvPr>
          <p:cNvCxnSpPr>
            <a:cxnSpLocks/>
          </p:cNvCxnSpPr>
          <p:nvPr/>
        </p:nvCxnSpPr>
        <p:spPr>
          <a:xfrm>
            <a:off x="116959" y="808566"/>
            <a:ext cx="66297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0" name="Picture 6" descr="Lungs ">
            <a:extLst>
              <a:ext uri="{FF2B5EF4-FFF2-40B4-BE49-F238E27FC236}">
                <a16:creationId xmlns:a16="http://schemas.microsoft.com/office/drawing/2014/main" id="{ED726A60-D3F4-0AB4-C497-E903EC7EA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015" y="6291600"/>
            <a:ext cx="519476" cy="51947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Oval 77">
            <a:extLst>
              <a:ext uri="{FF2B5EF4-FFF2-40B4-BE49-F238E27FC236}">
                <a16:creationId xmlns:a16="http://schemas.microsoft.com/office/drawing/2014/main" id="{2B2FD2FE-4057-FA43-F609-A167078F7B80}"/>
              </a:ext>
            </a:extLst>
          </p:cNvPr>
          <p:cNvSpPr/>
          <p:nvPr/>
        </p:nvSpPr>
        <p:spPr>
          <a:xfrm>
            <a:off x="1731088" y="6242195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1472AF-3286-53A7-8592-FCD8961FD9CA}"/>
              </a:ext>
            </a:extLst>
          </p:cNvPr>
          <p:cNvSpPr txBox="1"/>
          <p:nvPr/>
        </p:nvSpPr>
        <p:spPr>
          <a:xfrm>
            <a:off x="2664075" y="6326332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7BC50F-E701-F30B-4BEA-E3F01D8501DA}"/>
              </a:ext>
            </a:extLst>
          </p:cNvPr>
          <p:cNvSpPr txBox="1"/>
          <p:nvPr/>
        </p:nvSpPr>
        <p:spPr>
          <a:xfrm>
            <a:off x="2397892" y="6564289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A578CE2-196E-0D0A-B174-661E050D1467}"/>
              </a:ext>
            </a:extLst>
          </p:cNvPr>
          <p:cNvSpPr/>
          <p:nvPr/>
        </p:nvSpPr>
        <p:spPr>
          <a:xfrm>
            <a:off x="3366231" y="6213645"/>
            <a:ext cx="761833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9901DC-1D9C-2D33-5731-F9024BC1E698}"/>
              </a:ext>
            </a:extLst>
          </p:cNvPr>
          <p:cNvSpPr txBox="1"/>
          <p:nvPr/>
        </p:nvSpPr>
        <p:spPr>
          <a:xfrm>
            <a:off x="4328643" y="6316735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DA65F41-9C42-98AE-C173-6B0726931869}"/>
              </a:ext>
            </a:extLst>
          </p:cNvPr>
          <p:cNvSpPr txBox="1"/>
          <p:nvPr/>
        </p:nvSpPr>
        <p:spPr>
          <a:xfrm>
            <a:off x="4054677" y="6538180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F612037-8E34-06DC-8B74-CBB44B776432}"/>
              </a:ext>
            </a:extLst>
          </p:cNvPr>
          <p:cNvSpPr/>
          <p:nvPr/>
        </p:nvSpPr>
        <p:spPr>
          <a:xfrm>
            <a:off x="4967316" y="6210444"/>
            <a:ext cx="761833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D9907AF-986D-23F5-2675-15D076A31630}"/>
              </a:ext>
            </a:extLst>
          </p:cNvPr>
          <p:cNvSpPr txBox="1"/>
          <p:nvPr/>
        </p:nvSpPr>
        <p:spPr>
          <a:xfrm>
            <a:off x="5907442" y="6308831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C6C39A-7692-83EB-A7D8-AFB2F5B7B568}"/>
              </a:ext>
            </a:extLst>
          </p:cNvPr>
          <p:cNvSpPr txBox="1"/>
          <p:nvPr/>
        </p:nvSpPr>
        <p:spPr>
          <a:xfrm>
            <a:off x="5658058" y="6538180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0BA3F0D-9671-D8EF-0626-D5E69F8B3162}"/>
              </a:ext>
            </a:extLst>
          </p:cNvPr>
          <p:cNvSpPr/>
          <p:nvPr/>
        </p:nvSpPr>
        <p:spPr>
          <a:xfrm>
            <a:off x="163770" y="7606869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B0BFF75-8AB9-A27D-6065-8F0FC67CB1C2}"/>
              </a:ext>
            </a:extLst>
          </p:cNvPr>
          <p:cNvSpPr/>
          <p:nvPr/>
        </p:nvSpPr>
        <p:spPr>
          <a:xfrm>
            <a:off x="104591" y="7545522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9A2995-B826-3A8F-1C80-90EBF9325C2A}"/>
              </a:ext>
            </a:extLst>
          </p:cNvPr>
          <p:cNvSpPr txBox="1"/>
          <p:nvPr/>
        </p:nvSpPr>
        <p:spPr>
          <a:xfrm>
            <a:off x="1035022" y="7619522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86AF258-849B-DD7F-DE59-ABA3BE1AA653}"/>
              </a:ext>
            </a:extLst>
          </p:cNvPr>
          <p:cNvSpPr txBox="1"/>
          <p:nvPr/>
        </p:nvSpPr>
        <p:spPr>
          <a:xfrm>
            <a:off x="772718" y="7867692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71507DC-9A40-8BDA-8063-4A3A63744966}"/>
              </a:ext>
            </a:extLst>
          </p:cNvPr>
          <p:cNvSpPr/>
          <p:nvPr/>
        </p:nvSpPr>
        <p:spPr>
          <a:xfrm>
            <a:off x="1742317" y="7536519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4857891-C564-26A0-91EF-850B821D48A8}"/>
              </a:ext>
            </a:extLst>
          </p:cNvPr>
          <p:cNvSpPr/>
          <p:nvPr/>
        </p:nvSpPr>
        <p:spPr>
          <a:xfrm>
            <a:off x="1804084" y="7597866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48B5A77-1B5F-0702-943D-472996113D29}"/>
              </a:ext>
            </a:extLst>
          </p:cNvPr>
          <p:cNvSpPr txBox="1"/>
          <p:nvPr/>
        </p:nvSpPr>
        <p:spPr>
          <a:xfrm>
            <a:off x="2668109" y="7549212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57F1026-03D7-F80E-93FC-04ECD3C4B6EC}"/>
              </a:ext>
            </a:extLst>
          </p:cNvPr>
          <p:cNvSpPr txBox="1"/>
          <p:nvPr/>
        </p:nvSpPr>
        <p:spPr>
          <a:xfrm>
            <a:off x="2424217" y="7809528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4DA25F4-4054-9A96-D805-4189617887B4}"/>
              </a:ext>
            </a:extLst>
          </p:cNvPr>
          <p:cNvSpPr/>
          <p:nvPr/>
        </p:nvSpPr>
        <p:spPr>
          <a:xfrm>
            <a:off x="3475566" y="7547544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5536D6B-3825-405D-6083-B7E6C1B70F40}"/>
              </a:ext>
            </a:extLst>
          </p:cNvPr>
          <p:cNvSpPr/>
          <p:nvPr/>
        </p:nvSpPr>
        <p:spPr>
          <a:xfrm>
            <a:off x="3412635" y="7486197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5D6DB15-C4BA-6B36-FDD9-FBC1EF8F4C4E}"/>
              </a:ext>
            </a:extLst>
          </p:cNvPr>
          <p:cNvSpPr/>
          <p:nvPr/>
        </p:nvSpPr>
        <p:spPr>
          <a:xfrm>
            <a:off x="5089727" y="7541920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9EE646C-3B22-6F95-E3CD-D54D18B5EE7D}"/>
              </a:ext>
            </a:extLst>
          </p:cNvPr>
          <p:cNvSpPr/>
          <p:nvPr/>
        </p:nvSpPr>
        <p:spPr>
          <a:xfrm>
            <a:off x="5026796" y="7480573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424B8B5-8015-5563-C0CD-E485B3632468}"/>
              </a:ext>
            </a:extLst>
          </p:cNvPr>
          <p:cNvSpPr/>
          <p:nvPr/>
        </p:nvSpPr>
        <p:spPr>
          <a:xfrm>
            <a:off x="1768903" y="8695174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A5809AA-5ED3-7BE5-DAA7-6EBBD22036C4}"/>
              </a:ext>
            </a:extLst>
          </p:cNvPr>
          <p:cNvSpPr/>
          <p:nvPr/>
        </p:nvSpPr>
        <p:spPr>
          <a:xfrm>
            <a:off x="3550274" y="8731121"/>
            <a:ext cx="640336" cy="6402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98F6D0E-E2F5-AB74-0898-834C6D041C95}"/>
              </a:ext>
            </a:extLst>
          </p:cNvPr>
          <p:cNvSpPr/>
          <p:nvPr/>
        </p:nvSpPr>
        <p:spPr>
          <a:xfrm>
            <a:off x="3487343" y="8669774"/>
            <a:ext cx="758694" cy="76299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D3F17B6-8F6D-4DBC-DEE1-F99594F4E6E2}"/>
              </a:ext>
            </a:extLst>
          </p:cNvPr>
          <p:cNvSpPr txBox="1"/>
          <p:nvPr/>
        </p:nvSpPr>
        <p:spPr>
          <a:xfrm>
            <a:off x="4336958" y="7542399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91DFB8-EB85-3484-3B62-011CAB47EE5C}"/>
              </a:ext>
            </a:extLst>
          </p:cNvPr>
          <p:cNvSpPr txBox="1"/>
          <p:nvPr/>
        </p:nvSpPr>
        <p:spPr>
          <a:xfrm>
            <a:off x="4093066" y="7802715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14DC974-9F75-FEB6-526B-95303568688C}"/>
              </a:ext>
            </a:extLst>
          </p:cNvPr>
          <p:cNvSpPr txBox="1"/>
          <p:nvPr/>
        </p:nvSpPr>
        <p:spPr>
          <a:xfrm>
            <a:off x="5979680" y="7535274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86F0470-8C5A-AF24-195F-583DE8B4BF1D}"/>
              </a:ext>
            </a:extLst>
          </p:cNvPr>
          <p:cNvSpPr txBox="1"/>
          <p:nvPr/>
        </p:nvSpPr>
        <p:spPr>
          <a:xfrm>
            <a:off x="5735788" y="7795590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54BABFA-E320-FAF6-1F32-B93F61DCC302}"/>
              </a:ext>
            </a:extLst>
          </p:cNvPr>
          <p:cNvSpPr txBox="1"/>
          <p:nvPr/>
        </p:nvSpPr>
        <p:spPr>
          <a:xfrm>
            <a:off x="2671565" y="8712001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E001A08-7C9E-5746-969E-3F17AFFC57C9}"/>
              </a:ext>
            </a:extLst>
          </p:cNvPr>
          <p:cNvSpPr txBox="1"/>
          <p:nvPr/>
        </p:nvSpPr>
        <p:spPr>
          <a:xfrm>
            <a:off x="2411168" y="8986812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1FC3FD5-BE6D-2D7F-C673-121408B2EC9C}"/>
              </a:ext>
            </a:extLst>
          </p:cNvPr>
          <p:cNvSpPr txBox="1"/>
          <p:nvPr/>
        </p:nvSpPr>
        <p:spPr>
          <a:xfrm>
            <a:off x="4505232" y="8689154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45%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3C5C378-0E24-224B-5956-0246E34E8A7A}"/>
              </a:ext>
            </a:extLst>
          </p:cNvPr>
          <p:cNvSpPr txBox="1"/>
          <p:nvPr/>
        </p:nvSpPr>
        <p:spPr>
          <a:xfrm>
            <a:off x="4224889" y="8961412"/>
            <a:ext cx="101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Normal/</a:t>
            </a:r>
          </a:p>
          <a:p>
            <a:pPr algn="ctr"/>
            <a:r>
              <a:rPr lang="en-IN" sz="1000" dirty="0"/>
              <a:t>need attention </a:t>
            </a:r>
          </a:p>
        </p:txBody>
      </p:sp>
      <p:pic>
        <p:nvPicPr>
          <p:cNvPr id="1038" name="Picture 14" descr="Pancreas ">
            <a:extLst>
              <a:ext uri="{FF2B5EF4-FFF2-40B4-BE49-F238E27FC236}">
                <a16:creationId xmlns:a16="http://schemas.microsoft.com/office/drawing/2014/main" id="{489FC11B-4B05-04E8-A28B-33AB28DE1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659" y="7660013"/>
            <a:ext cx="434532" cy="4345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Kidneys ">
            <a:extLst>
              <a:ext uri="{FF2B5EF4-FFF2-40B4-BE49-F238E27FC236}">
                <a16:creationId xmlns:a16="http://schemas.microsoft.com/office/drawing/2014/main" id="{BDC44016-AFF4-5868-75FA-925F57144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469" y="7588890"/>
            <a:ext cx="575347" cy="57534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Rash">
            <a:extLst>
              <a:ext uri="{FF2B5EF4-FFF2-40B4-BE49-F238E27FC236}">
                <a16:creationId xmlns:a16="http://schemas.microsoft.com/office/drawing/2014/main" id="{AAB07723-CFC7-7C89-00B8-50202F13C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032" y="7686777"/>
            <a:ext cx="523257" cy="52325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Oval 1026">
            <a:extLst>
              <a:ext uri="{FF2B5EF4-FFF2-40B4-BE49-F238E27FC236}">
                <a16:creationId xmlns:a16="http://schemas.microsoft.com/office/drawing/2014/main" id="{3DADE62F-3E26-4A94-7F64-8334824B2B2F}"/>
              </a:ext>
            </a:extLst>
          </p:cNvPr>
          <p:cNvSpPr/>
          <p:nvPr/>
        </p:nvSpPr>
        <p:spPr>
          <a:xfrm>
            <a:off x="1801353" y="8752840"/>
            <a:ext cx="692927" cy="6553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A6126-325A-9F57-F7B4-D67844FE4993}"/>
              </a:ext>
            </a:extLst>
          </p:cNvPr>
          <p:cNvSpPr txBox="1"/>
          <p:nvPr/>
        </p:nvSpPr>
        <p:spPr>
          <a:xfrm>
            <a:off x="0" y="7096760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Nervous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C87A9-8BF1-F426-B4D8-A153D5BE41EF}"/>
              </a:ext>
            </a:extLst>
          </p:cNvPr>
          <p:cNvSpPr txBox="1"/>
          <p:nvPr/>
        </p:nvSpPr>
        <p:spPr>
          <a:xfrm>
            <a:off x="1534160" y="7071360"/>
            <a:ext cx="1343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Cardiovascular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94C17-4540-FE59-15E5-86D2BD61BDC2}"/>
              </a:ext>
            </a:extLst>
          </p:cNvPr>
          <p:cNvSpPr txBox="1"/>
          <p:nvPr/>
        </p:nvSpPr>
        <p:spPr>
          <a:xfrm>
            <a:off x="3307080" y="7056120"/>
            <a:ext cx="1178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Respiratory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8C2B10-9561-42DE-0DEA-09344F62FB04}"/>
              </a:ext>
            </a:extLst>
          </p:cNvPr>
          <p:cNvSpPr txBox="1"/>
          <p:nvPr/>
        </p:nvSpPr>
        <p:spPr>
          <a:xfrm>
            <a:off x="3362960" y="8285480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Endocrine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39990-0D93-96C8-DC49-4F943F75952D}"/>
              </a:ext>
            </a:extLst>
          </p:cNvPr>
          <p:cNvSpPr txBox="1"/>
          <p:nvPr/>
        </p:nvSpPr>
        <p:spPr>
          <a:xfrm>
            <a:off x="4917440" y="8265160"/>
            <a:ext cx="11288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Urogenital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CE70F-C42F-1D4A-B01F-55F6243F65B0}"/>
              </a:ext>
            </a:extLst>
          </p:cNvPr>
          <p:cNvSpPr txBox="1"/>
          <p:nvPr/>
        </p:nvSpPr>
        <p:spPr>
          <a:xfrm>
            <a:off x="1584960" y="8342630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Integumentary system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774B9-1109-6DA6-A311-7656FAE8B440}"/>
              </a:ext>
            </a:extLst>
          </p:cNvPr>
          <p:cNvSpPr txBox="1"/>
          <p:nvPr/>
        </p:nvSpPr>
        <p:spPr>
          <a:xfrm>
            <a:off x="1605480" y="9516110"/>
            <a:ext cx="1276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Reproductive system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6E83D3-7F85-CBFA-7375-B06384FADD46}"/>
              </a:ext>
            </a:extLst>
          </p:cNvPr>
          <p:cNvSpPr txBox="1"/>
          <p:nvPr/>
        </p:nvSpPr>
        <p:spPr>
          <a:xfrm>
            <a:off x="3446980" y="9516110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Immune system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91C33E-A677-DC9A-5DFD-04B245411065}"/>
              </a:ext>
            </a:extLst>
          </p:cNvPr>
          <p:cNvSpPr txBox="1"/>
          <p:nvPr/>
        </p:nvSpPr>
        <p:spPr>
          <a:xfrm>
            <a:off x="0" y="8322310"/>
            <a:ext cx="10567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Digestive system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8696E7-9A3F-3EB4-6DC1-B51D1F3D2690}"/>
              </a:ext>
            </a:extLst>
          </p:cNvPr>
          <p:cNvSpPr txBox="1"/>
          <p:nvPr/>
        </p:nvSpPr>
        <p:spPr>
          <a:xfrm>
            <a:off x="4883150" y="7052310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Muscle and bone</a:t>
            </a:r>
          </a:p>
        </p:txBody>
      </p:sp>
    </p:spTree>
    <p:extLst>
      <p:ext uri="{BB962C8B-B14F-4D97-AF65-F5344CB8AC3E}">
        <p14:creationId xmlns:p14="http://schemas.microsoft.com/office/powerpoint/2010/main" val="382101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1F88FB-2BF5-AFC2-7BBC-7A9BB02764DD}"/>
              </a:ext>
            </a:extLst>
          </p:cNvPr>
          <p:cNvCxnSpPr>
            <a:cxnSpLocks/>
          </p:cNvCxnSpPr>
          <p:nvPr/>
        </p:nvCxnSpPr>
        <p:spPr>
          <a:xfrm>
            <a:off x="116959" y="808566"/>
            <a:ext cx="66297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5A5FDF-6CC3-680F-D3A6-0F7641C7780B}"/>
              </a:ext>
            </a:extLst>
          </p:cNvPr>
          <p:cNvSpPr txBox="1"/>
          <p:nvPr/>
        </p:nvSpPr>
        <p:spPr>
          <a:xfrm>
            <a:off x="126705" y="308004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Wellness report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F669D-F826-54E4-3231-DC4B22B2B408}"/>
              </a:ext>
            </a:extLst>
          </p:cNvPr>
          <p:cNvSpPr txBox="1"/>
          <p:nvPr/>
        </p:nvSpPr>
        <p:spPr>
          <a:xfrm>
            <a:off x="5105778" y="256773"/>
            <a:ext cx="1052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Patient name </a:t>
            </a:r>
          </a:p>
          <a:p>
            <a:r>
              <a:rPr lang="en-IN" sz="1200" dirty="0"/>
              <a:t>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D1CEA9-FD34-FA40-6D8A-B857643586C2}"/>
              </a:ext>
            </a:extLst>
          </p:cNvPr>
          <p:cNvSpPr/>
          <p:nvPr/>
        </p:nvSpPr>
        <p:spPr>
          <a:xfrm>
            <a:off x="296178" y="1784816"/>
            <a:ext cx="2984500" cy="1873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AE8D07-C3E7-24D3-3A54-8922BFC97EFA}"/>
              </a:ext>
            </a:extLst>
          </p:cNvPr>
          <p:cNvSpPr/>
          <p:nvPr/>
        </p:nvSpPr>
        <p:spPr>
          <a:xfrm>
            <a:off x="3550987" y="1754940"/>
            <a:ext cx="2984500" cy="1873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BDBA4F-A11F-6E91-FC7D-F2BDF2C6E68B}"/>
              </a:ext>
            </a:extLst>
          </p:cNvPr>
          <p:cNvSpPr/>
          <p:nvPr/>
        </p:nvSpPr>
        <p:spPr>
          <a:xfrm>
            <a:off x="312487" y="4104440"/>
            <a:ext cx="2984500" cy="1873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ABE22-3F98-2E28-541D-D26025A54771}"/>
              </a:ext>
            </a:extLst>
          </p:cNvPr>
          <p:cNvSpPr/>
          <p:nvPr/>
        </p:nvSpPr>
        <p:spPr>
          <a:xfrm>
            <a:off x="3568767" y="4094280"/>
            <a:ext cx="2984500" cy="1873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C33852-20FD-CB01-305B-82B0F205F0F1}"/>
              </a:ext>
            </a:extLst>
          </p:cNvPr>
          <p:cNvSpPr txBox="1"/>
          <p:nvPr/>
        </p:nvSpPr>
        <p:spPr>
          <a:xfrm>
            <a:off x="1366788" y="1809550"/>
            <a:ext cx="571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C69DD-3798-E790-1FD0-CC4AEC65F9F4}"/>
              </a:ext>
            </a:extLst>
          </p:cNvPr>
          <p:cNvSpPr txBox="1"/>
          <p:nvPr/>
        </p:nvSpPr>
        <p:spPr>
          <a:xfrm>
            <a:off x="4357036" y="1796716"/>
            <a:ext cx="1394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Yoga therapy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EC1A02-B02E-6EFF-1C3E-7FB91D502209}"/>
              </a:ext>
            </a:extLst>
          </p:cNvPr>
          <p:cNvSpPr/>
          <p:nvPr/>
        </p:nvSpPr>
        <p:spPr>
          <a:xfrm>
            <a:off x="333074" y="8452921"/>
            <a:ext cx="6231355" cy="9317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978F22-E336-21F6-EB3F-C7D0A6447A48}"/>
              </a:ext>
            </a:extLst>
          </p:cNvPr>
          <p:cNvSpPr txBox="1"/>
          <p:nvPr/>
        </p:nvSpPr>
        <p:spPr>
          <a:xfrm>
            <a:off x="2988644" y="851354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Medicine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7B05D-F7D2-C760-FC14-8CBF02C3B61C}"/>
              </a:ext>
            </a:extLst>
          </p:cNvPr>
          <p:cNvSpPr txBox="1"/>
          <p:nvPr/>
        </p:nvSpPr>
        <p:spPr>
          <a:xfrm>
            <a:off x="2541042" y="970544"/>
            <a:ext cx="197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Wellness Offerings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2D58F-D513-863F-23D5-4988EE482D55}"/>
              </a:ext>
            </a:extLst>
          </p:cNvPr>
          <p:cNvSpPr txBox="1"/>
          <p:nvPr/>
        </p:nvSpPr>
        <p:spPr>
          <a:xfrm>
            <a:off x="997016" y="4235651"/>
            <a:ext cx="165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Physical activity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8695A-5475-145E-984C-CD9946771AD0}"/>
              </a:ext>
            </a:extLst>
          </p:cNvPr>
          <p:cNvSpPr txBox="1"/>
          <p:nvPr/>
        </p:nvSpPr>
        <p:spPr>
          <a:xfrm>
            <a:off x="4624940" y="419180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Sleep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78309F-580A-6296-585B-F3E1A9F8361B}"/>
              </a:ext>
            </a:extLst>
          </p:cNvPr>
          <p:cNvSpPr/>
          <p:nvPr/>
        </p:nvSpPr>
        <p:spPr>
          <a:xfrm>
            <a:off x="339758" y="6181892"/>
            <a:ext cx="2984500" cy="19995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0224D9-DC11-490B-0187-EAF296F33F38}"/>
              </a:ext>
            </a:extLst>
          </p:cNvPr>
          <p:cNvSpPr/>
          <p:nvPr/>
        </p:nvSpPr>
        <p:spPr>
          <a:xfrm>
            <a:off x="3572242" y="6199538"/>
            <a:ext cx="2984500" cy="19995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ECC0A-AF3F-F7BE-5FC3-DBCCDCF9F4C3}"/>
              </a:ext>
            </a:extLst>
          </p:cNvPr>
          <p:cNvSpPr txBox="1"/>
          <p:nvPr/>
        </p:nvSpPr>
        <p:spPr>
          <a:xfrm>
            <a:off x="1389247" y="6317381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E1701-8916-70C5-04F7-F786A642DDA1}"/>
              </a:ext>
            </a:extLst>
          </p:cNvPr>
          <p:cNvSpPr txBox="1"/>
          <p:nvPr/>
        </p:nvSpPr>
        <p:spPr>
          <a:xfrm>
            <a:off x="4371474" y="6325402"/>
            <a:ext cx="14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Supplements</a:t>
            </a:r>
          </a:p>
        </p:txBody>
      </p:sp>
    </p:spTree>
    <p:extLst>
      <p:ext uri="{BB962C8B-B14F-4D97-AF65-F5344CB8AC3E}">
        <p14:creationId xmlns:p14="http://schemas.microsoft.com/office/powerpoint/2010/main" val="325701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445</TotalTime>
  <Words>152</Words>
  <Application>Microsoft Office PowerPoint</Application>
  <PresentationFormat>A4 Paper (210x297 mm)</PresentationFormat>
  <Paragraphs>86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DM Sans</vt:lpstr>
      <vt:lpstr>Space Mono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 S</dc:creator>
  <cp:lastModifiedBy>LALIT S</cp:lastModifiedBy>
  <cp:revision>1</cp:revision>
  <dcterms:created xsi:type="dcterms:W3CDTF">2026-04-09T12:17:59Z</dcterms:created>
  <dcterms:modified xsi:type="dcterms:W3CDTF">2026-04-13T05:41:04Z</dcterms:modified>
</cp:coreProperties>
</file>